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Override1.xml" ContentType="application/vnd.openxmlformats-officedocument.themeOverride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Default Extension="xlsx" ContentType="application/vnd.openxmlformats-officedocument.spreadsheetml.sheet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312" r:id="rId8"/>
    <p:sldId id="320" r:id="rId9"/>
    <p:sldId id="262" r:id="rId10"/>
    <p:sldId id="269" r:id="rId11"/>
    <p:sldId id="315" r:id="rId12"/>
    <p:sldId id="291" r:id="rId13"/>
    <p:sldId id="264" r:id="rId14"/>
    <p:sldId id="317" r:id="rId15"/>
    <p:sldId id="318" r:id="rId16"/>
    <p:sldId id="319" r:id="rId17"/>
    <p:sldId id="314" r:id="rId18"/>
    <p:sldId id="263" r:id="rId19"/>
    <p:sldId id="308" r:id="rId20"/>
    <p:sldId id="309" r:id="rId21"/>
    <p:sldId id="316" r:id="rId22"/>
    <p:sldId id="280" r:id="rId23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204" autoAdjust="0"/>
    <p:restoredTop sz="74960" autoAdjust="0"/>
  </p:normalViewPr>
  <p:slideViewPr>
    <p:cSldViewPr snapToGrid="0">
      <p:cViewPr varScale="1">
        <p:scale>
          <a:sx n="80" d="100"/>
          <a:sy n="80" d="100"/>
        </p:scale>
        <p:origin x="-165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ей Воропаев" userId="bba06c4b5e0b43b3" providerId="LiveId" clId="{B38ACE66-4567-4286-A081-4A3E4FDCDE97}"/>
    <pc:docChg chg="undo custSel addSld delSld modSld sldOrd">
      <pc:chgData name="Алексей Воропаев" userId="bba06c4b5e0b43b3" providerId="LiveId" clId="{B38ACE66-4567-4286-A081-4A3E4FDCDE97}" dt="2024-06-09T19:43:58.826" v="4326" actId="20577"/>
      <pc:docMkLst>
        <pc:docMk/>
      </pc:docMkLst>
      <pc:sldChg chg="modSp mod modTransition modNotesTx">
        <pc:chgData name="Алексей Воропаев" userId="bba06c4b5e0b43b3" providerId="LiveId" clId="{B38ACE66-4567-4286-A081-4A3E4FDCDE97}" dt="2024-06-06T19:06:53.499" v="3828"/>
        <pc:sldMkLst>
          <pc:docMk/>
          <pc:sldMk cId="0" sldId="256"/>
        </pc:sldMkLst>
        <pc:spChg chg="mod">
          <ac:chgData name="Алексей Воропаев" userId="bba06c4b5e0b43b3" providerId="LiveId" clId="{B38ACE66-4567-4286-A081-4A3E4FDCDE97}" dt="2024-05-01T10:09:43.037" v="31" actId="20577"/>
          <ac:spMkLst>
            <pc:docMk/>
            <pc:sldMk cId="0" sldId="256"/>
            <ac:spMk id="77" creationId="{00000000-0000-0000-0000-000000000000}"/>
          </ac:spMkLst>
        </pc:spChg>
        <pc:spChg chg="mod">
          <ac:chgData name="Алексей Воропаев" userId="bba06c4b5e0b43b3" providerId="LiveId" clId="{B38ACE66-4567-4286-A081-4A3E4FDCDE97}" dt="2024-05-01T10:09:45.378" v="33" actId="20577"/>
          <ac:spMkLst>
            <pc:docMk/>
            <pc:sldMk cId="0" sldId="256"/>
            <ac:spMk id="78" creationId="{00000000-0000-0000-0000-000000000000}"/>
          </ac:spMkLst>
        </pc:spChg>
        <pc:spChg chg="mod">
          <ac:chgData name="Алексей Воропаев" userId="bba06c4b5e0b43b3" providerId="LiveId" clId="{B38ACE66-4567-4286-A081-4A3E4FDCDE97}" dt="2024-05-01T10:10:21.423" v="44" actId="20577"/>
          <ac:spMkLst>
            <pc:docMk/>
            <pc:sldMk cId="0" sldId="256"/>
            <ac:spMk id="79" creationId="{00000000-0000-0000-0000-000000000000}"/>
          </ac:spMkLst>
        </pc:spChg>
      </pc:sldChg>
      <pc:sldChg chg="modSp mod modTransition modNotesTx">
        <pc:chgData name="Алексей Воропаев" userId="bba06c4b5e0b43b3" providerId="LiveId" clId="{B38ACE66-4567-4286-A081-4A3E4FDCDE97}" dt="2024-06-09T18:56:35.600" v="4294" actId="20577"/>
        <pc:sldMkLst>
          <pc:docMk/>
          <pc:sldMk cId="0" sldId="257"/>
        </pc:sldMkLst>
        <pc:spChg chg="mod">
          <ac:chgData name="Алексей Воропаев" userId="bba06c4b5e0b43b3" providerId="LiveId" clId="{B38ACE66-4567-4286-A081-4A3E4FDCDE97}" dt="2024-06-09T18:56:35.600" v="4294" actId="20577"/>
          <ac:spMkLst>
            <pc:docMk/>
            <pc:sldMk cId="0" sldId="257"/>
            <ac:spMk id="83" creationId="{00000000-0000-0000-0000-000000000000}"/>
          </ac:spMkLst>
        </pc:spChg>
      </pc:sldChg>
      <pc:sldChg chg="addSp delSp modSp mod modTransition modNotesTx">
        <pc:chgData name="Алексей Воропаев" userId="bba06c4b5e0b43b3" providerId="LiveId" clId="{B38ACE66-4567-4286-A081-4A3E4FDCDE97}" dt="2024-06-08T19:18:05.824" v="4287" actId="14100"/>
        <pc:sldMkLst>
          <pc:docMk/>
          <pc:sldMk cId="0" sldId="258"/>
        </pc:sldMkLst>
        <pc:spChg chg="mod">
          <ac:chgData name="Алексей Воропаев" userId="bba06c4b5e0b43b3" providerId="LiveId" clId="{B38ACE66-4567-4286-A081-4A3E4FDCDE97}" dt="2024-06-08T19:18:05.824" v="4287" actId="14100"/>
          <ac:spMkLst>
            <pc:docMk/>
            <pc:sldMk cId="0" sldId="258"/>
            <ac:spMk id="86" creationId="{00000000-0000-0000-0000-000000000000}"/>
          </ac:spMkLst>
        </pc:spChg>
        <pc:grpChg chg="del">
          <ac:chgData name="Алексей Воропаев" userId="bba06c4b5e0b43b3" providerId="LiveId" clId="{B38ACE66-4567-4286-A081-4A3E4FDCDE97}" dt="2024-05-01T11:32:50.464" v="74" actId="478"/>
          <ac:grpSpMkLst>
            <pc:docMk/>
            <pc:sldMk cId="0" sldId="258"/>
            <ac:grpSpMk id="6" creationId="{8148BE15-8E73-4964-9574-33A9136906B8}"/>
          </ac:grpSpMkLst>
        </pc:grpChg>
        <pc:graphicFrameChg chg="add mod">
          <ac:chgData name="Алексей Воропаев" userId="bba06c4b5e0b43b3" providerId="LiveId" clId="{B38ACE66-4567-4286-A081-4A3E4FDCDE97}" dt="2024-06-06T18:57:53.494" v="3757" actId="1076"/>
          <ac:graphicFrameMkLst>
            <pc:docMk/>
            <pc:sldMk cId="0" sldId="258"/>
            <ac:graphicFrameMk id="10" creationId="{8CA8350A-F666-EC79-6326-048C257313AC}"/>
          </ac:graphicFrameMkLst>
        </pc:graphicFrameChg>
        <pc:picChg chg="add del mod">
          <ac:chgData name="Алексей Воропаев" userId="bba06c4b5e0b43b3" providerId="LiveId" clId="{B38ACE66-4567-4286-A081-4A3E4FDCDE97}" dt="2024-06-06T18:52:46.521" v="3731" actId="478"/>
          <ac:picMkLst>
            <pc:docMk/>
            <pc:sldMk cId="0" sldId="258"/>
            <ac:picMk id="7" creationId="{915E0716-071D-CC5F-CF2D-D352D6248FD3}"/>
          </ac:picMkLst>
        </pc:picChg>
        <pc:cxnChg chg="mod">
          <ac:chgData name="Алексей Воропаев" userId="bba06c4b5e0b43b3" providerId="LiveId" clId="{B38ACE66-4567-4286-A081-4A3E4FDCDE97}" dt="2024-05-01T11:32:50.464" v="74" actId="478"/>
          <ac:cxnSpMkLst>
            <pc:docMk/>
            <pc:sldMk cId="0" sldId="258"/>
            <ac:cxnSpMk id="13" creationId="{D588B3DA-0837-47E9-BDC8-B1F5340CC02E}"/>
          </ac:cxnSpMkLst>
        </pc:cxnChg>
      </pc:sldChg>
      <pc:sldChg chg="addSp delSp modSp mod modTransition addAnim delAnim modAnim modNotesTx">
        <pc:chgData name="Алексей Воропаев" userId="bba06c4b5e0b43b3" providerId="LiveId" clId="{B38ACE66-4567-4286-A081-4A3E4FDCDE97}" dt="2024-06-09T19:09:05.366" v="4298" actId="20577"/>
        <pc:sldMkLst>
          <pc:docMk/>
          <pc:sldMk cId="0" sldId="259"/>
        </pc:sldMkLst>
        <pc:spChg chg="mod">
          <ac:chgData name="Алексей Воропаев" userId="bba06c4b5e0b43b3" providerId="LiveId" clId="{B38ACE66-4567-4286-A081-4A3E4FDCDE97}" dt="2024-05-01T11:36:12.647" v="98" actId="20577"/>
          <ac:spMkLst>
            <pc:docMk/>
            <pc:sldMk cId="0" sldId="259"/>
            <ac:spMk id="88" creationId="{00000000-0000-0000-0000-000000000000}"/>
          </ac:spMkLst>
        </pc:spChg>
        <pc:picChg chg="add mod">
          <ac:chgData name="Алексей Воропаев" userId="bba06c4b5e0b43b3" providerId="LiveId" clId="{B38ACE66-4567-4286-A081-4A3E4FDCDE97}" dt="2024-05-01T11:36:57.807" v="101"/>
          <ac:picMkLst>
            <pc:docMk/>
            <pc:sldMk cId="0" sldId="259"/>
            <ac:picMk id="2" creationId="{01A3C2B7-02C3-C6B9-12AB-4ED0B8A413EA}"/>
          </ac:picMkLst>
        </pc:picChg>
        <pc:picChg chg="del mod">
          <ac:chgData name="Алексей Воропаев" userId="bba06c4b5e0b43b3" providerId="LiveId" clId="{B38ACE66-4567-4286-A081-4A3E4FDCDE97}" dt="2024-05-01T11:40:20.341" v="129" actId="478"/>
          <ac:picMkLst>
            <pc:docMk/>
            <pc:sldMk cId="0" sldId="259"/>
            <ac:picMk id="3" creationId="{93A28558-9BFD-41CC-852C-7F83E83E3600}"/>
          </ac:picMkLst>
        </pc:picChg>
        <pc:picChg chg="add mod">
          <ac:chgData name="Алексей Воропаев" userId="bba06c4b5e0b43b3" providerId="LiveId" clId="{B38ACE66-4567-4286-A081-4A3E4FDCDE97}" dt="2024-05-01T11:41:37.294" v="142" actId="1076"/>
          <ac:picMkLst>
            <pc:docMk/>
            <pc:sldMk cId="0" sldId="259"/>
            <ac:picMk id="4" creationId="{4B05F4F0-7CD8-7E99-23A0-D83BE90DA1AE}"/>
          </ac:picMkLst>
        </pc:picChg>
        <pc:picChg chg="del mod">
          <ac:chgData name="Алексей Воропаев" userId="bba06c4b5e0b43b3" providerId="LiveId" clId="{B38ACE66-4567-4286-A081-4A3E4FDCDE97}" dt="2024-05-01T11:40:19.064" v="128" actId="478"/>
          <ac:picMkLst>
            <pc:docMk/>
            <pc:sldMk cId="0" sldId="259"/>
            <ac:picMk id="5" creationId="{6E02EA23-0198-4676-854E-47E7EA1D1366}"/>
          </ac:picMkLst>
        </pc:picChg>
        <pc:picChg chg="add del mod">
          <ac:chgData name="Алексей Воропаев" userId="bba06c4b5e0b43b3" providerId="LiveId" clId="{B38ACE66-4567-4286-A081-4A3E4FDCDE97}" dt="2024-05-25T02:37:07.294" v="3623" actId="478"/>
          <ac:picMkLst>
            <pc:docMk/>
            <pc:sldMk cId="0" sldId="259"/>
            <ac:picMk id="8" creationId="{F5A7DB17-5F3D-5BC1-2893-48B453875AF5}"/>
          </ac:picMkLst>
        </pc:picChg>
        <pc:picChg chg="add del mod">
          <ac:chgData name="Алексей Воропаев" userId="bba06c4b5e0b43b3" providerId="LiveId" clId="{B38ACE66-4567-4286-A081-4A3E4FDCDE97}" dt="2024-05-01T11:40:17.506" v="127" actId="478"/>
          <ac:picMkLst>
            <pc:docMk/>
            <pc:sldMk cId="0" sldId="259"/>
            <ac:picMk id="9" creationId="{EA992562-29AB-4ECE-8D45-F95255A1E7B2}"/>
          </ac:picMkLst>
        </pc:picChg>
      </pc:sldChg>
      <pc:sldChg chg="addSp delSp modSp mod modTransition delAnim modAnim modNotesTx">
        <pc:chgData name="Алексей Воропаев" userId="bba06c4b5e0b43b3" providerId="LiveId" clId="{B38ACE66-4567-4286-A081-4A3E4FDCDE97}" dt="2024-06-06T19:07:39.118" v="3833"/>
        <pc:sldMkLst>
          <pc:docMk/>
          <pc:sldMk cId="0" sldId="260"/>
        </pc:sldMkLst>
        <pc:spChg chg="mod">
          <ac:chgData name="Алексей Воропаев" userId="bba06c4b5e0b43b3" providerId="LiveId" clId="{B38ACE66-4567-4286-A081-4A3E4FDCDE97}" dt="2024-05-01T11:55:35.298" v="193" actId="20577"/>
          <ac:spMkLst>
            <pc:docMk/>
            <pc:sldMk cId="0" sldId="260"/>
            <ac:spMk id="93" creationId="{00000000-0000-0000-0000-000000000000}"/>
          </ac:spMkLst>
        </pc:spChg>
        <pc:picChg chg="del">
          <ac:chgData name="Алексей Воропаев" userId="bba06c4b5e0b43b3" providerId="LiveId" clId="{B38ACE66-4567-4286-A081-4A3E4FDCDE97}" dt="2024-05-01T11:51:17.541" v="170" actId="478"/>
          <ac:picMkLst>
            <pc:docMk/>
            <pc:sldMk cId="0" sldId="260"/>
            <ac:picMk id="3" creationId="{663DD789-555E-45B1-8630-BA7C73414CCC}"/>
          </ac:picMkLst>
        </pc:picChg>
        <pc:picChg chg="add del mod">
          <ac:chgData name="Алексей Воропаев" userId="bba06c4b5e0b43b3" providerId="LiveId" clId="{B38ACE66-4567-4286-A081-4A3E4FDCDE97}" dt="2024-05-25T02:37:12.538" v="3624" actId="478"/>
          <ac:picMkLst>
            <pc:docMk/>
            <pc:sldMk cId="0" sldId="260"/>
            <ac:picMk id="4" creationId="{92D1DC04-D4BC-5869-6AE8-DB48AF847E31}"/>
          </ac:picMkLst>
        </pc:picChg>
        <pc:picChg chg="del">
          <ac:chgData name="Алексей Воропаев" userId="bba06c4b5e0b43b3" providerId="LiveId" clId="{B38ACE66-4567-4286-A081-4A3E4FDCDE97}" dt="2024-05-01T11:51:15.858" v="169" actId="478"/>
          <ac:picMkLst>
            <pc:docMk/>
            <pc:sldMk cId="0" sldId="260"/>
            <ac:picMk id="5" creationId="{87EA824F-FEB8-49B8-A6DF-AF345514A52C}"/>
          </ac:picMkLst>
        </pc:picChg>
        <pc:picChg chg="add mod">
          <ac:chgData name="Алексей Воропаев" userId="bba06c4b5e0b43b3" providerId="LiveId" clId="{B38ACE66-4567-4286-A081-4A3E4FDCDE97}" dt="2024-05-01T11:51:42.926" v="179" actId="1076"/>
          <ac:picMkLst>
            <pc:docMk/>
            <pc:sldMk cId="0" sldId="260"/>
            <ac:picMk id="7" creationId="{AA2DF86E-DAE7-99F2-DBF1-59BFFDB81634}"/>
          </ac:picMkLst>
        </pc:picChg>
      </pc:sldChg>
      <pc:sldChg chg="addSp delSp modSp mod modTransition modNotesTx">
        <pc:chgData name="Алексей Воропаев" userId="bba06c4b5e0b43b3" providerId="LiveId" clId="{B38ACE66-4567-4286-A081-4A3E4FDCDE97}" dt="2024-06-09T19:42:03.839" v="4317" actId="1076"/>
        <pc:sldMkLst>
          <pc:docMk/>
          <pc:sldMk cId="0" sldId="262"/>
        </pc:sldMkLst>
        <pc:picChg chg="add del mod">
          <ac:chgData name="Алексей Воропаев" userId="bba06c4b5e0b43b3" providerId="LiveId" clId="{B38ACE66-4567-4286-A081-4A3E4FDCDE97}" dt="2024-05-01T12:21:26.699" v="225" actId="478"/>
          <ac:picMkLst>
            <pc:docMk/>
            <pc:sldMk cId="0" sldId="262"/>
            <ac:picMk id="2" creationId="{8B21B535-B80E-8775-BB3A-9B41563EBA24}"/>
          </ac:picMkLst>
        </pc:picChg>
        <pc:picChg chg="add del mod">
          <ac:chgData name="Алексей Воропаев" userId="bba06c4b5e0b43b3" providerId="LiveId" clId="{B38ACE66-4567-4286-A081-4A3E4FDCDE97}" dt="2024-06-09T19:41:54.983" v="4313" actId="478"/>
          <ac:picMkLst>
            <pc:docMk/>
            <pc:sldMk cId="0" sldId="262"/>
            <ac:picMk id="3" creationId="{D527CBBA-2B08-FE03-C8E1-53698C01E362}"/>
          </ac:picMkLst>
        </pc:picChg>
        <pc:picChg chg="add del mod">
          <ac:chgData name="Алексей Воропаев" userId="bba06c4b5e0b43b3" providerId="LiveId" clId="{B38ACE66-4567-4286-A081-4A3E4FDCDE97}" dt="2024-05-16T19:49:59.975" v="1617" actId="478"/>
          <ac:picMkLst>
            <pc:docMk/>
            <pc:sldMk cId="0" sldId="262"/>
            <ac:picMk id="4" creationId="{03B62E72-6D70-2294-CAB7-ED98706877B6}"/>
          </ac:picMkLst>
        </pc:picChg>
        <pc:picChg chg="add mod">
          <ac:chgData name="Алексей Воропаев" userId="bba06c4b5e0b43b3" providerId="LiveId" clId="{B38ACE66-4567-4286-A081-4A3E4FDCDE97}" dt="2024-06-09T19:42:03.839" v="4317" actId="1076"/>
          <ac:picMkLst>
            <pc:docMk/>
            <pc:sldMk cId="0" sldId="262"/>
            <ac:picMk id="4" creationId="{6539D9FE-2A01-6F6C-F1DF-5D9FA1A21AC5}"/>
          </ac:picMkLst>
        </pc:picChg>
        <pc:picChg chg="del">
          <ac:chgData name="Алексей Воропаев" userId="bba06c4b5e0b43b3" providerId="LiveId" clId="{B38ACE66-4567-4286-A081-4A3E4FDCDE97}" dt="2024-05-01T12:01:22.337" v="221" actId="478"/>
          <ac:picMkLst>
            <pc:docMk/>
            <pc:sldMk cId="0" sldId="262"/>
            <ac:picMk id="11" creationId="{AE5F3611-7595-4269-B6D9-28405B491604}"/>
          </ac:picMkLst>
        </pc:picChg>
      </pc:sldChg>
      <pc:sldChg chg="addSp delSp modSp mod ord modTransition modNotesTx">
        <pc:chgData name="Алексей Воропаев" userId="bba06c4b5e0b43b3" providerId="LiveId" clId="{B38ACE66-4567-4286-A081-4A3E4FDCDE97}" dt="2024-06-09T19:40:12.672" v="4312" actId="14100"/>
        <pc:sldMkLst>
          <pc:docMk/>
          <pc:sldMk cId="0" sldId="263"/>
        </pc:sldMkLst>
        <pc:spChg chg="mod">
          <ac:chgData name="Алексей Воропаев" userId="bba06c4b5e0b43b3" providerId="LiveId" clId="{B38ACE66-4567-4286-A081-4A3E4FDCDE97}" dt="2024-06-08T19:02:49.507" v="4236" actId="20577"/>
          <ac:spMkLst>
            <pc:docMk/>
            <pc:sldMk cId="0" sldId="263"/>
            <ac:spMk id="104" creationId="{00000000-0000-0000-0000-000000000000}"/>
          </ac:spMkLst>
        </pc:spChg>
        <pc:picChg chg="add mod">
          <ac:chgData name="Алексей Воропаев" userId="bba06c4b5e0b43b3" providerId="LiveId" clId="{B38ACE66-4567-4286-A081-4A3E4FDCDE97}" dt="2024-06-09T19:39:15.019" v="4306" actId="1076"/>
          <ac:picMkLst>
            <pc:docMk/>
            <pc:sldMk cId="0" sldId="263"/>
            <ac:picMk id="3" creationId="{25CED48B-0D40-A215-4F9C-9EFF68D57B8E}"/>
          </ac:picMkLst>
        </pc:picChg>
        <pc:picChg chg="del">
          <ac:chgData name="Алексей Воропаев" userId="bba06c4b5e0b43b3" providerId="LiveId" clId="{B38ACE66-4567-4286-A081-4A3E4FDCDE97}" dt="2024-05-01T12:39:24.928" v="239" actId="478"/>
          <ac:picMkLst>
            <pc:docMk/>
            <pc:sldMk cId="0" sldId="263"/>
            <ac:picMk id="3" creationId="{5D7E95D6-1B3D-4E3C-AE14-79DD47BD1A79}"/>
          </ac:picMkLst>
        </pc:picChg>
        <pc:picChg chg="add del mod">
          <ac:chgData name="Алексей Воропаев" userId="bba06c4b5e0b43b3" providerId="LiveId" clId="{B38ACE66-4567-4286-A081-4A3E4FDCDE97}" dt="2024-06-09T19:39:10.937" v="4303" actId="478"/>
          <ac:picMkLst>
            <pc:docMk/>
            <pc:sldMk cId="0" sldId="263"/>
            <ac:picMk id="4" creationId="{5FADC401-05B0-6723-F2CB-D92C55CBA064}"/>
          </ac:picMkLst>
        </pc:picChg>
        <pc:picChg chg="add mod">
          <ac:chgData name="Алексей Воропаев" userId="bba06c4b5e0b43b3" providerId="LiveId" clId="{B38ACE66-4567-4286-A081-4A3E4FDCDE97}" dt="2024-06-09T19:40:12.672" v="4312" actId="14100"/>
          <ac:picMkLst>
            <pc:docMk/>
            <pc:sldMk cId="0" sldId="263"/>
            <ac:picMk id="6" creationId="{4837D864-61B8-7A77-4AE0-1B7CEAC21AE5}"/>
          </ac:picMkLst>
        </pc:picChg>
        <pc:picChg chg="add del">
          <ac:chgData name="Алексей Воропаев" userId="bba06c4b5e0b43b3" providerId="LiveId" clId="{B38ACE66-4567-4286-A081-4A3E4FDCDE97}" dt="2024-05-01T12:40:01.460" v="247" actId="22"/>
          <ac:picMkLst>
            <pc:docMk/>
            <pc:sldMk cId="0" sldId="263"/>
            <ac:picMk id="6" creationId="{72DCECEB-F80B-9F18-453F-A2FFEA475DAA}"/>
          </ac:picMkLst>
        </pc:picChg>
        <pc:picChg chg="add del">
          <ac:chgData name="Алексей Воропаев" userId="bba06c4b5e0b43b3" providerId="LiveId" clId="{B38ACE66-4567-4286-A081-4A3E4FDCDE97}" dt="2024-05-01T12:40:04.150" v="249" actId="22"/>
          <ac:picMkLst>
            <pc:docMk/>
            <pc:sldMk cId="0" sldId="263"/>
            <ac:picMk id="8" creationId="{C5ECFDEC-DE4C-DE56-C17D-E52764C0DE58}"/>
          </ac:picMkLst>
        </pc:picChg>
        <pc:picChg chg="add del mod">
          <ac:chgData name="Алексей Воропаев" userId="bba06c4b5e0b43b3" providerId="LiveId" clId="{B38ACE66-4567-4286-A081-4A3E4FDCDE97}" dt="2024-06-09T19:40:00.954" v="4307" actId="478"/>
          <ac:picMkLst>
            <pc:docMk/>
            <pc:sldMk cId="0" sldId="263"/>
            <ac:picMk id="10" creationId="{5F891CDC-6F14-0590-A801-F4E33B44B7FA}"/>
          </ac:picMkLst>
        </pc:picChg>
        <pc:picChg chg="del">
          <ac:chgData name="Алексей Воропаев" userId="bba06c4b5e0b43b3" providerId="LiveId" clId="{B38ACE66-4567-4286-A081-4A3E4FDCDE97}" dt="2024-05-01T12:39:59.334" v="245" actId="478"/>
          <ac:picMkLst>
            <pc:docMk/>
            <pc:sldMk cId="0" sldId="263"/>
            <ac:picMk id="13" creationId="{E80BBFB2-F5A6-423C-8959-71ED543967F6}"/>
          </ac:picMkLst>
        </pc:picChg>
      </pc:sldChg>
      <pc:sldChg chg="addSp delSp modSp mod modTransition delAnim modAnim modNotesTx">
        <pc:chgData name="Алексей Воропаев" userId="bba06c4b5e0b43b3" providerId="LiveId" clId="{B38ACE66-4567-4286-A081-4A3E4FDCDE97}" dt="2024-06-06T19:10:22.856" v="3849" actId="20577"/>
        <pc:sldMkLst>
          <pc:docMk/>
          <pc:sldMk cId="0" sldId="264"/>
        </pc:sldMkLst>
        <pc:spChg chg="mod">
          <ac:chgData name="Алексей Воропаев" userId="bba06c4b5e0b43b3" providerId="LiveId" clId="{B38ACE66-4567-4286-A081-4A3E4FDCDE97}" dt="2024-05-01T12:46:33.261" v="283" actId="20577"/>
          <ac:spMkLst>
            <pc:docMk/>
            <pc:sldMk cId="0" sldId="264"/>
            <ac:spMk id="110" creationId="{00000000-0000-0000-0000-000000000000}"/>
          </ac:spMkLst>
        </pc:spChg>
        <pc:picChg chg="add del mod">
          <ac:chgData name="Алексей Воропаев" userId="bba06c4b5e0b43b3" providerId="LiveId" clId="{B38ACE66-4567-4286-A081-4A3E4FDCDE97}" dt="2024-05-01T12:49:16.493" v="303" actId="478"/>
          <ac:picMkLst>
            <pc:docMk/>
            <pc:sldMk cId="0" sldId="264"/>
            <ac:picMk id="3" creationId="{0A41C1B9-5B28-F3BA-AFB0-65BBA2049BEF}"/>
          </ac:picMkLst>
        </pc:picChg>
        <pc:picChg chg="add mod">
          <ac:chgData name="Алексей Воропаев" userId="bba06c4b5e0b43b3" providerId="LiveId" clId="{B38ACE66-4567-4286-A081-4A3E4FDCDE97}" dt="2024-05-25T02:38:36.415" v="3647" actId="1076"/>
          <ac:picMkLst>
            <pc:docMk/>
            <pc:sldMk cId="0" sldId="264"/>
            <ac:picMk id="3" creationId="{495A63C3-0184-DB6D-0629-5F4F33F0E479}"/>
          </ac:picMkLst>
        </pc:picChg>
        <pc:picChg chg="add del mod">
          <ac:chgData name="Алексей Воропаев" userId="bba06c4b5e0b43b3" providerId="LiveId" clId="{B38ACE66-4567-4286-A081-4A3E4FDCDE97}" dt="2024-05-10T17:19:57.409" v="799" actId="478"/>
          <ac:picMkLst>
            <pc:docMk/>
            <pc:sldMk cId="0" sldId="264"/>
            <ac:picMk id="5" creationId="{82A49E18-69EF-D38A-A95D-29C67108A2A4}"/>
          </ac:picMkLst>
        </pc:picChg>
        <pc:picChg chg="add del mod">
          <ac:chgData name="Алексей Воропаев" userId="bba06c4b5e0b43b3" providerId="LiveId" clId="{B38ACE66-4567-4286-A081-4A3E4FDCDE97}" dt="2024-05-25T02:38:29.367" v="3644" actId="478"/>
          <ac:picMkLst>
            <pc:docMk/>
            <pc:sldMk cId="0" sldId="264"/>
            <ac:picMk id="7" creationId="{0FEDC5B7-FBEE-FE32-03AD-FEB9EDEA49B0}"/>
          </ac:picMkLst>
        </pc:picChg>
        <pc:picChg chg="del">
          <ac:chgData name="Алексей Воропаев" userId="bba06c4b5e0b43b3" providerId="LiveId" clId="{B38ACE66-4567-4286-A081-4A3E4FDCDE97}" dt="2024-05-01T12:46:14.422" v="269" actId="478"/>
          <ac:picMkLst>
            <pc:docMk/>
            <pc:sldMk cId="0" sldId="264"/>
            <ac:picMk id="10" creationId="{6C075AA4-32D3-426E-ADCC-1AEE3F8F49AF}"/>
          </ac:picMkLst>
        </pc:picChg>
        <pc:picChg chg="add del mod">
          <ac:chgData name="Алексей Воропаев" userId="bba06c4b5e0b43b3" providerId="LiveId" clId="{B38ACE66-4567-4286-A081-4A3E4FDCDE97}" dt="2024-05-25T02:38:28.799" v="3643" actId="478"/>
          <ac:picMkLst>
            <pc:docMk/>
            <pc:sldMk cId="0" sldId="264"/>
            <ac:picMk id="11" creationId="{EBBC0CD9-99AC-8234-B671-FC17D8ECB45E}"/>
          </ac:picMkLst>
        </pc:picChg>
        <pc:picChg chg="add del mod">
          <ac:chgData name="Алексей Воропаев" userId="bba06c4b5e0b43b3" providerId="LiveId" clId="{B38ACE66-4567-4286-A081-4A3E4FDCDE97}" dt="2024-05-01T13:02:00.675" v="404" actId="478"/>
          <ac:picMkLst>
            <pc:docMk/>
            <pc:sldMk cId="0" sldId="264"/>
            <ac:picMk id="13" creationId="{762C86E1-4033-D689-9A72-64222175B015}"/>
          </ac:picMkLst>
        </pc:picChg>
        <pc:picChg chg="add del mod">
          <ac:chgData name="Алексей Воропаев" userId="bba06c4b5e0b43b3" providerId="LiveId" clId="{B38ACE66-4567-4286-A081-4A3E4FDCDE97}" dt="2024-05-25T02:38:28.156" v="3642" actId="478"/>
          <ac:picMkLst>
            <pc:docMk/>
            <pc:sldMk cId="0" sldId="264"/>
            <ac:picMk id="15" creationId="{CD7A4EDB-C988-BED0-02CB-7BEDCF92A475}"/>
          </ac:picMkLst>
        </pc:picChg>
      </pc:sldChg>
      <pc:sldChg chg="addSp delSp modSp mod modTransition modNotesTx">
        <pc:chgData name="Алексей Воропаев" userId="bba06c4b5e0b43b3" providerId="LiveId" clId="{B38ACE66-4567-4286-A081-4A3E4FDCDE97}" dt="2024-06-06T19:08:20.284" v="3836"/>
        <pc:sldMkLst>
          <pc:docMk/>
          <pc:sldMk cId="2415219629" sldId="269"/>
        </pc:sldMkLst>
        <pc:picChg chg="add del mod">
          <ac:chgData name="Алексей Воропаев" userId="bba06c4b5e0b43b3" providerId="LiveId" clId="{B38ACE66-4567-4286-A081-4A3E4FDCDE97}" dt="2024-05-01T12:33:46.071" v="235" actId="478"/>
          <ac:picMkLst>
            <pc:docMk/>
            <pc:sldMk cId="2415219629" sldId="269"/>
            <ac:picMk id="2" creationId="{56E7EAD3-84C8-E01F-BCA7-C82B654E1DD8}"/>
          </ac:picMkLst>
        </pc:picChg>
        <pc:picChg chg="add del mod">
          <ac:chgData name="Алексей Воропаев" userId="bba06c4b5e0b43b3" providerId="LiveId" clId="{B38ACE66-4567-4286-A081-4A3E4FDCDE97}" dt="2024-05-01T13:14:07.021" v="739" actId="478"/>
          <ac:picMkLst>
            <pc:docMk/>
            <pc:sldMk cId="2415219629" sldId="269"/>
            <ac:picMk id="4" creationId="{8A168E12-9C18-7A23-F869-07D9F6B4BDBE}"/>
          </ac:picMkLst>
        </pc:picChg>
        <pc:picChg chg="del">
          <ac:chgData name="Алексей Воропаев" userId="bba06c4b5e0b43b3" providerId="LiveId" clId="{B38ACE66-4567-4286-A081-4A3E4FDCDE97}" dt="2024-05-01T12:24:58.663" v="229" actId="478"/>
          <ac:picMkLst>
            <pc:docMk/>
            <pc:sldMk cId="2415219629" sldId="269"/>
            <ac:picMk id="6" creationId="{96594768-1222-4126-94E3-1582C6F3B8B5}"/>
          </ac:picMkLst>
        </pc:picChg>
        <pc:picChg chg="add mod">
          <ac:chgData name="Алексей Воропаев" userId="bba06c4b5e0b43b3" providerId="LiveId" clId="{B38ACE66-4567-4286-A081-4A3E4FDCDE97}" dt="2024-05-01T13:14:14.465" v="742" actId="1076"/>
          <ac:picMkLst>
            <pc:docMk/>
            <pc:sldMk cId="2415219629" sldId="269"/>
            <ac:picMk id="7" creationId="{037DE72F-E14D-B40E-3F87-2035D1CB3F9B}"/>
          </ac:picMkLst>
        </pc:picChg>
      </pc:sldChg>
      <pc:sldChg chg="addSp delSp modSp del mod">
        <pc:chgData name="Алексей Воропаев" userId="bba06c4b5e0b43b3" providerId="LiveId" clId="{B38ACE66-4567-4286-A081-4A3E4FDCDE97}" dt="2024-05-16T20:31:43.668" v="3498" actId="2696"/>
        <pc:sldMkLst>
          <pc:docMk/>
          <pc:sldMk cId="3733182225" sldId="276"/>
        </pc:sldMkLst>
        <pc:spChg chg="mod">
          <ac:chgData name="Алексей Воропаев" userId="bba06c4b5e0b43b3" providerId="LiveId" clId="{B38ACE66-4567-4286-A081-4A3E4FDCDE97}" dt="2024-05-01T13:06:36.052" v="493" actId="20577"/>
          <ac:spMkLst>
            <pc:docMk/>
            <pc:sldMk cId="3733182225" sldId="276"/>
            <ac:spMk id="110" creationId="{00000000-0000-0000-0000-000000000000}"/>
          </ac:spMkLst>
        </pc:spChg>
        <pc:picChg chg="del">
          <ac:chgData name="Алексей Воропаев" userId="bba06c4b5e0b43b3" providerId="LiveId" clId="{B38ACE66-4567-4286-A081-4A3E4FDCDE97}" dt="2024-05-01T13:05:30.250" v="470" actId="478"/>
          <ac:picMkLst>
            <pc:docMk/>
            <pc:sldMk cId="3733182225" sldId="276"/>
            <ac:picMk id="3" creationId="{99DF0620-D657-4875-A209-007818AE5D71}"/>
          </ac:picMkLst>
        </pc:picChg>
        <pc:picChg chg="add mod">
          <ac:chgData name="Алексей Воропаев" userId="bba06c4b5e0b43b3" providerId="LiveId" clId="{B38ACE66-4567-4286-A081-4A3E4FDCDE97}" dt="2024-05-01T13:06:41.004" v="496" actId="1076"/>
          <ac:picMkLst>
            <pc:docMk/>
            <pc:sldMk cId="3733182225" sldId="276"/>
            <ac:picMk id="4" creationId="{CDEB8A1C-A69B-DDD8-315E-4FFFEAD03740}"/>
          </ac:picMkLst>
        </pc:picChg>
      </pc:sldChg>
      <pc:sldChg chg="modSp del mod">
        <pc:chgData name="Алексей Воропаев" userId="bba06c4b5e0b43b3" providerId="LiveId" clId="{B38ACE66-4567-4286-A081-4A3E4FDCDE97}" dt="2024-05-16T16:54:13.254" v="929" actId="2696"/>
        <pc:sldMkLst>
          <pc:docMk/>
          <pc:sldMk cId="1245548767" sldId="278"/>
        </pc:sldMkLst>
        <pc:spChg chg="mod">
          <ac:chgData name="Алексей Воропаев" userId="bba06c4b5e0b43b3" providerId="LiveId" clId="{B38ACE66-4567-4286-A081-4A3E4FDCDE97}" dt="2024-05-01T13:10:52.543" v="685" actId="1036"/>
          <ac:spMkLst>
            <pc:docMk/>
            <pc:sldMk cId="1245548767" sldId="278"/>
            <ac:spMk id="7" creationId="{3BFB5125-469B-CF44-A26B-5EA9952BAF16}"/>
          </ac:spMkLst>
        </pc:spChg>
        <pc:spChg chg="mod">
          <ac:chgData name="Алексей Воропаев" userId="bba06c4b5e0b43b3" providerId="LiveId" clId="{B38ACE66-4567-4286-A081-4A3E4FDCDE97}" dt="2024-05-01T13:10:52.543" v="685" actId="1036"/>
          <ac:spMkLst>
            <pc:docMk/>
            <pc:sldMk cId="1245548767" sldId="278"/>
            <ac:spMk id="8" creationId="{1772FBE3-8463-2149-9EA7-76EC64A2A7FD}"/>
          </ac:spMkLst>
        </pc:spChg>
        <pc:spChg chg="mod">
          <ac:chgData name="Алексей Воропаев" userId="bba06c4b5e0b43b3" providerId="LiveId" clId="{B38ACE66-4567-4286-A081-4A3E4FDCDE97}" dt="2024-05-16T16:53:26.984" v="919" actId="1076"/>
          <ac:spMkLst>
            <pc:docMk/>
            <pc:sldMk cId="1245548767" sldId="278"/>
            <ac:spMk id="10" creationId="{AC00AAEA-1452-B747-A785-670EDF5007FA}"/>
          </ac:spMkLst>
        </pc:spChg>
        <pc:spChg chg="mod">
          <ac:chgData name="Алексей Воропаев" userId="bba06c4b5e0b43b3" providerId="LiveId" clId="{B38ACE66-4567-4286-A081-4A3E4FDCDE97}" dt="2024-05-01T13:10:52.543" v="685" actId="1036"/>
          <ac:spMkLst>
            <pc:docMk/>
            <pc:sldMk cId="1245548767" sldId="278"/>
            <ac:spMk id="11" creationId="{B68D74FE-7791-4BC1-818F-1E88A7EC631E}"/>
          </ac:spMkLst>
        </pc:spChg>
      </pc:sldChg>
      <pc:sldChg chg="modSp mod modTransition modNotesTx">
        <pc:chgData name="Алексей Воропаев" userId="bba06c4b5e0b43b3" providerId="LiveId" clId="{B38ACE66-4567-4286-A081-4A3E4FDCDE97}" dt="2024-06-08T18:41:03.971" v="4157" actId="20577"/>
        <pc:sldMkLst>
          <pc:docMk/>
          <pc:sldMk cId="3100534999" sldId="280"/>
        </pc:sldMkLst>
        <pc:spChg chg="mod">
          <ac:chgData name="Алексей Воропаев" userId="bba06c4b5e0b43b3" providerId="LiveId" clId="{B38ACE66-4567-4286-A081-4A3E4FDCDE97}" dt="2024-05-25T02:41:23.776" v="3721" actId="313"/>
          <ac:spMkLst>
            <pc:docMk/>
            <pc:sldMk cId="3100534999" sldId="280"/>
            <ac:spMk id="128" creationId="{00000000-0000-0000-0000-000000000000}"/>
          </ac:spMkLst>
        </pc:spChg>
      </pc:sldChg>
      <pc:sldChg chg="del">
        <pc:chgData name="Алексей Воропаев" userId="bba06c4b5e0b43b3" providerId="LiveId" clId="{B38ACE66-4567-4286-A081-4A3E4FDCDE97}" dt="2024-05-01T13:08:44.930" v="531" actId="47"/>
        <pc:sldMkLst>
          <pc:docMk/>
          <pc:sldMk cId="3052781747" sldId="282"/>
        </pc:sldMkLst>
      </pc:sldChg>
      <pc:sldChg chg="del">
        <pc:chgData name="Алексей Воропаев" userId="bba06c4b5e0b43b3" providerId="LiveId" clId="{B38ACE66-4567-4286-A081-4A3E4FDCDE97}" dt="2024-05-01T13:08:53.802" v="533" actId="47"/>
        <pc:sldMkLst>
          <pc:docMk/>
          <pc:sldMk cId="45365182" sldId="283"/>
        </pc:sldMkLst>
      </pc:sldChg>
      <pc:sldChg chg="del">
        <pc:chgData name="Алексей Воропаев" userId="bba06c4b5e0b43b3" providerId="LiveId" clId="{B38ACE66-4567-4286-A081-4A3E4FDCDE97}" dt="2024-05-01T13:08:59.856" v="537" actId="47"/>
        <pc:sldMkLst>
          <pc:docMk/>
          <pc:sldMk cId="2570123319" sldId="285"/>
        </pc:sldMkLst>
      </pc:sldChg>
      <pc:sldChg chg="del">
        <pc:chgData name="Алексей Воропаев" userId="bba06c4b5e0b43b3" providerId="LiveId" clId="{B38ACE66-4567-4286-A081-4A3E4FDCDE97}" dt="2024-05-01T13:09:05.686" v="541" actId="47"/>
        <pc:sldMkLst>
          <pc:docMk/>
          <pc:sldMk cId="3629919335" sldId="286"/>
        </pc:sldMkLst>
      </pc:sldChg>
      <pc:sldChg chg="del">
        <pc:chgData name="Алексей Воропаев" userId="bba06c4b5e0b43b3" providerId="LiveId" clId="{B38ACE66-4567-4286-A081-4A3E4FDCDE97}" dt="2024-05-01T13:08:46.753" v="532" actId="47"/>
        <pc:sldMkLst>
          <pc:docMk/>
          <pc:sldMk cId="3095233307" sldId="288"/>
        </pc:sldMkLst>
      </pc:sldChg>
      <pc:sldChg chg="del">
        <pc:chgData name="Алексей Воропаев" userId="bba06c4b5e0b43b3" providerId="LiveId" clId="{B38ACE66-4567-4286-A081-4A3E4FDCDE97}" dt="2024-05-01T13:08:11.836" v="529" actId="2696"/>
        <pc:sldMkLst>
          <pc:docMk/>
          <pc:sldMk cId="1252700032" sldId="290"/>
        </pc:sldMkLst>
      </pc:sldChg>
      <pc:sldChg chg="addSp delSp modSp mod modTransition modNotesTx">
        <pc:chgData name="Алексей Воропаев" userId="bba06c4b5e0b43b3" providerId="LiveId" clId="{B38ACE66-4567-4286-A081-4A3E4FDCDE97}" dt="2024-06-08T19:01:09.534" v="4225" actId="20577"/>
        <pc:sldMkLst>
          <pc:docMk/>
          <pc:sldMk cId="1760932059" sldId="291"/>
        </pc:sldMkLst>
        <pc:picChg chg="add del mod">
          <ac:chgData name="Алексей Воропаев" userId="bba06c4b5e0b43b3" providerId="LiveId" clId="{B38ACE66-4567-4286-A081-4A3E4FDCDE97}" dt="2024-05-10T17:08:37.659" v="747" actId="478"/>
          <ac:picMkLst>
            <pc:docMk/>
            <pc:sldMk cId="1760932059" sldId="291"/>
            <ac:picMk id="3" creationId="{465B95F7-3CE1-8FA7-7AF7-9F0C2EE77D56}"/>
          </ac:picMkLst>
        </pc:picChg>
        <pc:picChg chg="add mod">
          <ac:chgData name="Алексей Воропаев" userId="bba06c4b5e0b43b3" providerId="LiveId" clId="{B38ACE66-4567-4286-A081-4A3E4FDCDE97}" dt="2024-05-25T02:38:03.357" v="3636" actId="1076"/>
          <ac:picMkLst>
            <pc:docMk/>
            <pc:sldMk cId="1760932059" sldId="291"/>
            <ac:picMk id="3" creationId="{58BCECFD-50C1-F13C-0267-8B7ADBE50B1E}"/>
          </ac:picMkLst>
        </pc:picChg>
        <pc:picChg chg="del">
          <ac:chgData name="Алексей Воропаев" userId="bba06c4b5e0b43b3" providerId="LiveId" clId="{B38ACE66-4567-4286-A081-4A3E4FDCDE97}" dt="2024-05-01T12:45:14.991" v="265" actId="478"/>
          <ac:picMkLst>
            <pc:docMk/>
            <pc:sldMk cId="1760932059" sldId="291"/>
            <ac:picMk id="4" creationId="{B7B98D2D-54A3-4CD4-B7F0-699A523AC56F}"/>
          </ac:picMkLst>
        </pc:picChg>
        <pc:picChg chg="add del mod">
          <ac:chgData name="Алексей Воропаев" userId="bba06c4b5e0b43b3" providerId="LiveId" clId="{B38ACE66-4567-4286-A081-4A3E4FDCDE97}" dt="2024-05-25T02:37:59.812" v="3634" actId="478"/>
          <ac:picMkLst>
            <pc:docMk/>
            <pc:sldMk cId="1760932059" sldId="291"/>
            <ac:picMk id="4" creationId="{B86CC0D6-C478-E739-C382-AC171A9153BD}"/>
          </ac:picMkLst>
        </pc:picChg>
      </pc:sldChg>
      <pc:sldChg chg="del">
        <pc:chgData name="Алексей Воропаев" userId="bba06c4b5e0b43b3" providerId="LiveId" clId="{B38ACE66-4567-4286-A081-4A3E4FDCDE97}" dt="2024-05-01T13:08:54.948" v="534" actId="47"/>
        <pc:sldMkLst>
          <pc:docMk/>
          <pc:sldMk cId="46209465" sldId="300"/>
        </pc:sldMkLst>
      </pc:sldChg>
      <pc:sldChg chg="del">
        <pc:chgData name="Алексей Воропаев" userId="bba06c4b5e0b43b3" providerId="LiveId" clId="{B38ACE66-4567-4286-A081-4A3E4FDCDE97}" dt="2024-05-01T13:08:57.409" v="535" actId="47"/>
        <pc:sldMkLst>
          <pc:docMk/>
          <pc:sldMk cId="1000945861" sldId="301"/>
        </pc:sldMkLst>
      </pc:sldChg>
      <pc:sldChg chg="del">
        <pc:chgData name="Алексей Воропаев" userId="bba06c4b5e0b43b3" providerId="LiveId" clId="{B38ACE66-4567-4286-A081-4A3E4FDCDE97}" dt="2024-05-01T13:08:58.850" v="536" actId="47"/>
        <pc:sldMkLst>
          <pc:docMk/>
          <pc:sldMk cId="3095315725" sldId="302"/>
        </pc:sldMkLst>
      </pc:sldChg>
      <pc:sldChg chg="del">
        <pc:chgData name="Алексей Воропаев" userId="bba06c4b5e0b43b3" providerId="LiveId" clId="{B38ACE66-4567-4286-A081-4A3E4FDCDE97}" dt="2024-05-01T13:09:00.874" v="538" actId="47"/>
        <pc:sldMkLst>
          <pc:docMk/>
          <pc:sldMk cId="2153057944" sldId="305"/>
        </pc:sldMkLst>
      </pc:sldChg>
      <pc:sldChg chg="del">
        <pc:chgData name="Алексей Воропаев" userId="bba06c4b5e0b43b3" providerId="LiveId" clId="{B38ACE66-4567-4286-A081-4A3E4FDCDE97}" dt="2024-05-01T13:09:03.490" v="540" actId="47"/>
        <pc:sldMkLst>
          <pc:docMk/>
          <pc:sldMk cId="30040460" sldId="306"/>
        </pc:sldMkLst>
      </pc:sldChg>
      <pc:sldChg chg="del">
        <pc:chgData name="Алексей Воропаев" userId="bba06c4b5e0b43b3" providerId="LiveId" clId="{B38ACE66-4567-4286-A081-4A3E4FDCDE97}" dt="2024-05-01T13:09:02.293" v="539" actId="47"/>
        <pc:sldMkLst>
          <pc:docMk/>
          <pc:sldMk cId="3899547916" sldId="307"/>
        </pc:sldMkLst>
      </pc:sldChg>
      <pc:sldChg chg="addSp delSp modSp mod modTransition modNotesTx">
        <pc:chgData name="Алексей Воропаев" userId="bba06c4b5e0b43b3" providerId="LiveId" clId="{B38ACE66-4567-4286-A081-4A3E4FDCDE97}" dt="2024-06-08T19:03:31.247" v="4250" actId="20577"/>
        <pc:sldMkLst>
          <pc:docMk/>
          <pc:sldMk cId="3797217041" sldId="308"/>
        </pc:sldMkLst>
        <pc:spChg chg="mod">
          <ac:chgData name="Алексей Воропаев" userId="bba06c4b5e0b43b3" providerId="LiveId" clId="{B38ACE66-4567-4286-A081-4A3E4FDCDE97}" dt="2024-05-01T13:04:54.455" v="462" actId="20577"/>
          <ac:spMkLst>
            <pc:docMk/>
            <pc:sldMk cId="3797217041" sldId="308"/>
            <ac:spMk id="110" creationId="{00000000-0000-0000-0000-000000000000}"/>
          </ac:spMkLst>
        </pc:spChg>
        <pc:picChg chg="add del mod">
          <ac:chgData name="Алексей Воропаев" userId="bba06c4b5e0b43b3" providerId="LiveId" clId="{B38ACE66-4567-4286-A081-4A3E4FDCDE97}" dt="2024-05-10T17:26:13.353" v="852" actId="478"/>
          <ac:picMkLst>
            <pc:docMk/>
            <pc:sldMk cId="3797217041" sldId="308"/>
            <ac:picMk id="3" creationId="{BE70A11C-7CDB-F198-C06C-12676279C56B}"/>
          </ac:picMkLst>
        </pc:picChg>
        <pc:picChg chg="add del mod">
          <ac:chgData name="Алексей Воропаев" userId="bba06c4b5e0b43b3" providerId="LiveId" clId="{B38ACE66-4567-4286-A081-4A3E4FDCDE97}" dt="2024-05-10T17:26:18.835" v="856" actId="478"/>
          <ac:picMkLst>
            <pc:docMk/>
            <pc:sldMk cId="3797217041" sldId="308"/>
            <ac:picMk id="4" creationId="{717A1B08-13C3-7C2F-2011-354F8F1E366E}"/>
          </ac:picMkLst>
        </pc:picChg>
        <pc:picChg chg="add mod">
          <ac:chgData name="Алексей Воропаев" userId="bba06c4b5e0b43b3" providerId="LiveId" clId="{B38ACE66-4567-4286-A081-4A3E4FDCDE97}" dt="2024-05-10T17:26:54.497" v="863" actId="1076"/>
          <ac:picMkLst>
            <pc:docMk/>
            <pc:sldMk cId="3797217041" sldId="308"/>
            <ac:picMk id="6" creationId="{75F88B6B-F97B-16BC-78E9-8A8C40E861A6}"/>
          </ac:picMkLst>
        </pc:picChg>
        <pc:picChg chg="del">
          <ac:chgData name="Алексей Воропаев" userId="bba06c4b5e0b43b3" providerId="LiveId" clId="{B38ACE66-4567-4286-A081-4A3E4FDCDE97}" dt="2024-05-01T13:05:00.059" v="464" actId="478"/>
          <ac:picMkLst>
            <pc:docMk/>
            <pc:sldMk cId="3797217041" sldId="308"/>
            <ac:picMk id="9" creationId="{5F4720AC-0719-4FA9-A0A0-93153E9D0D25}"/>
          </ac:picMkLst>
        </pc:picChg>
        <pc:picChg chg="del">
          <ac:chgData name="Алексей Воропаев" userId="bba06c4b5e0b43b3" providerId="LiveId" clId="{B38ACE66-4567-4286-A081-4A3E4FDCDE97}" dt="2024-05-01T13:04:59.393" v="463" actId="478"/>
          <ac:picMkLst>
            <pc:docMk/>
            <pc:sldMk cId="3797217041" sldId="308"/>
            <ac:picMk id="11" creationId="{1DD876D0-2FFC-4C4C-A7DF-08BA641018FA}"/>
          </ac:picMkLst>
        </pc:picChg>
      </pc:sldChg>
      <pc:sldChg chg="addSp delSp modSp mod ord modTransition modNotesTx">
        <pc:chgData name="Алексей Воропаев" userId="bba06c4b5e0b43b3" providerId="LiveId" clId="{B38ACE66-4567-4286-A081-4A3E4FDCDE97}" dt="2024-06-06T19:11:51.677" v="3860"/>
        <pc:sldMkLst>
          <pc:docMk/>
          <pc:sldMk cId="2286767284" sldId="309"/>
        </pc:sldMkLst>
        <pc:spChg chg="mod">
          <ac:chgData name="Алексей Воропаев" userId="bba06c4b5e0b43b3" providerId="LiveId" clId="{B38ACE66-4567-4286-A081-4A3E4FDCDE97}" dt="2024-05-16T20:31:53.740" v="3508" actId="20577"/>
          <ac:spMkLst>
            <pc:docMk/>
            <pc:sldMk cId="2286767284" sldId="309"/>
            <ac:spMk id="110" creationId="{00000000-0000-0000-0000-000000000000}"/>
          </ac:spMkLst>
        </pc:spChg>
        <pc:picChg chg="add del mod">
          <ac:chgData name="Алексей Воропаев" userId="bba06c4b5e0b43b3" providerId="LiveId" clId="{B38ACE66-4567-4286-A081-4A3E4FDCDE97}" dt="2024-05-10T17:22:18.792" v="824" actId="478"/>
          <ac:picMkLst>
            <pc:docMk/>
            <pc:sldMk cId="2286767284" sldId="309"/>
            <ac:picMk id="3" creationId="{11035116-D472-E5D2-5513-246828F80A65}"/>
          </ac:picMkLst>
        </pc:picChg>
        <pc:picChg chg="add mod">
          <ac:chgData name="Алексей Воропаев" userId="bba06c4b5e0b43b3" providerId="LiveId" clId="{B38ACE66-4567-4286-A081-4A3E4FDCDE97}" dt="2024-05-25T02:39:56.547" v="3673" actId="1076"/>
          <ac:picMkLst>
            <pc:docMk/>
            <pc:sldMk cId="2286767284" sldId="309"/>
            <ac:picMk id="4" creationId="{9172F6CA-49F1-4B73-3EBE-F7FAA5CBB460}"/>
          </ac:picMkLst>
        </pc:picChg>
        <pc:picChg chg="del">
          <ac:chgData name="Алексей Воропаев" userId="bba06c4b5e0b43b3" providerId="LiveId" clId="{B38ACE66-4567-4286-A081-4A3E4FDCDE97}" dt="2024-05-01T13:07:06.919" v="522" actId="478"/>
          <ac:picMkLst>
            <pc:docMk/>
            <pc:sldMk cId="2286767284" sldId="309"/>
            <ac:picMk id="6" creationId="{85B23251-0EAB-4B16-8A76-6645C015B51D}"/>
          </ac:picMkLst>
        </pc:picChg>
        <pc:picChg chg="del">
          <ac:chgData name="Алексей Воропаев" userId="bba06c4b5e0b43b3" providerId="LiveId" clId="{B38ACE66-4567-4286-A081-4A3E4FDCDE97}" dt="2024-05-01T13:07:07.617" v="523" actId="478"/>
          <ac:picMkLst>
            <pc:docMk/>
            <pc:sldMk cId="2286767284" sldId="309"/>
            <ac:picMk id="8" creationId="{BF79579C-3BCF-43AB-88A6-EAB03F0ADACE}"/>
          </ac:picMkLst>
        </pc:picChg>
      </pc:sldChg>
      <pc:sldChg chg="del">
        <pc:chgData name="Алексей Воропаев" userId="bba06c4b5e0b43b3" providerId="LiveId" clId="{B38ACE66-4567-4286-A081-4A3E4FDCDE97}" dt="2024-05-01T13:08:42.151" v="530" actId="47"/>
        <pc:sldMkLst>
          <pc:docMk/>
          <pc:sldMk cId="2939595063" sldId="310"/>
        </pc:sldMkLst>
      </pc:sldChg>
      <pc:sldChg chg="new del">
        <pc:chgData name="Алексей Воропаев" userId="bba06c4b5e0b43b3" providerId="LiveId" clId="{B38ACE66-4567-4286-A081-4A3E4FDCDE97}" dt="2024-05-01T11:55:06.286" v="187" actId="47"/>
        <pc:sldMkLst>
          <pc:docMk/>
          <pc:sldMk cId="256435516" sldId="311"/>
        </pc:sldMkLst>
      </pc:sldChg>
      <pc:sldChg chg="addSp delSp modSp add mod modTransition delAnim modAnim modNotesTx">
        <pc:chgData name="Алексей Воропаев" userId="bba06c4b5e0b43b3" providerId="LiveId" clId="{B38ACE66-4567-4286-A081-4A3E4FDCDE97}" dt="2024-06-06T19:07:50.509" v="3834"/>
        <pc:sldMkLst>
          <pc:docMk/>
          <pc:sldMk cId="3715333141" sldId="312"/>
        </pc:sldMkLst>
        <pc:spChg chg="mod">
          <ac:chgData name="Алексей Воропаев" userId="bba06c4b5e0b43b3" providerId="LiveId" clId="{B38ACE66-4567-4286-A081-4A3E4FDCDE97}" dt="2024-05-01T11:56:55.530" v="205" actId="20577"/>
          <ac:spMkLst>
            <pc:docMk/>
            <pc:sldMk cId="3715333141" sldId="312"/>
            <ac:spMk id="93" creationId="{00000000-0000-0000-0000-000000000000}"/>
          </ac:spMkLst>
        </pc:spChg>
        <pc:picChg chg="add del mod">
          <ac:chgData name="Алексей Воропаев" userId="bba06c4b5e0b43b3" providerId="LiveId" clId="{B38ACE66-4567-4286-A081-4A3E4FDCDE97}" dt="2024-05-25T02:37:35.122" v="3628" actId="478"/>
          <ac:picMkLst>
            <pc:docMk/>
            <pc:sldMk cId="3715333141" sldId="312"/>
            <ac:picMk id="3" creationId="{F7D95A99-9FFF-E134-37FA-6D8B3B962606}"/>
          </ac:picMkLst>
        </pc:picChg>
        <pc:picChg chg="del">
          <ac:chgData name="Алексей Воропаев" userId="bba06c4b5e0b43b3" providerId="LiveId" clId="{B38ACE66-4567-4286-A081-4A3E4FDCDE97}" dt="2024-05-01T11:58:48.065" v="207" actId="478"/>
          <ac:picMkLst>
            <pc:docMk/>
            <pc:sldMk cId="3715333141" sldId="312"/>
            <ac:picMk id="4" creationId="{92D1DC04-D4BC-5869-6AE8-DB48AF847E31}"/>
          </ac:picMkLst>
        </pc:picChg>
        <pc:picChg chg="add mod">
          <ac:chgData name="Алексей Воропаев" userId="bba06c4b5e0b43b3" providerId="LiveId" clId="{B38ACE66-4567-4286-A081-4A3E4FDCDE97}" dt="2024-05-25T02:42:16.222" v="3723" actId="1076"/>
          <ac:picMkLst>
            <pc:docMk/>
            <pc:sldMk cId="3715333141" sldId="312"/>
            <ac:picMk id="5" creationId="{490EBB2B-5910-7499-7C51-104B4300E362}"/>
          </ac:picMkLst>
        </pc:picChg>
        <pc:picChg chg="del">
          <ac:chgData name="Алексей Воропаев" userId="bba06c4b5e0b43b3" providerId="LiveId" clId="{B38ACE66-4567-4286-A081-4A3E4FDCDE97}" dt="2024-05-01T11:58:46.497" v="206" actId="478"/>
          <ac:picMkLst>
            <pc:docMk/>
            <pc:sldMk cId="3715333141" sldId="312"/>
            <ac:picMk id="7" creationId="{AA2DF86E-DAE7-99F2-DBF1-59BFFDB81634}"/>
          </ac:picMkLst>
        </pc:picChg>
      </pc:sldChg>
      <pc:sldChg chg="addSp delSp modSp add del mod modTransition modNotesTx">
        <pc:chgData name="Алексей Воропаев" userId="bba06c4b5e0b43b3" providerId="LiveId" clId="{B38ACE66-4567-4286-A081-4A3E4FDCDE97}" dt="2024-05-25T02:38:07.530" v="3637" actId="47"/>
        <pc:sldMkLst>
          <pc:docMk/>
          <pc:sldMk cId="3898735716" sldId="313"/>
        </pc:sldMkLst>
        <pc:spChg chg="mod">
          <ac:chgData name="Алексей Воропаев" userId="bba06c4b5e0b43b3" providerId="LiveId" clId="{B38ACE66-4567-4286-A081-4A3E4FDCDE97}" dt="2024-05-01T12:46:47.330" v="297" actId="20577"/>
          <ac:spMkLst>
            <pc:docMk/>
            <pc:sldMk cId="3898735716" sldId="313"/>
            <ac:spMk id="104" creationId="{00000000-0000-0000-0000-000000000000}"/>
          </ac:spMkLst>
        </pc:spChg>
        <pc:picChg chg="del">
          <ac:chgData name="Алексей Воропаев" userId="bba06c4b5e0b43b3" providerId="LiveId" clId="{B38ACE66-4567-4286-A081-4A3E4FDCDE97}" dt="2024-05-01T12:48:30.149" v="298" actId="478"/>
          <ac:picMkLst>
            <pc:docMk/>
            <pc:sldMk cId="3898735716" sldId="313"/>
            <ac:picMk id="3" creationId="{465B95F7-3CE1-8FA7-7AF7-9F0C2EE77D56}"/>
          </ac:picMkLst>
        </pc:picChg>
        <pc:picChg chg="add del mod">
          <ac:chgData name="Алексей Воропаев" userId="bba06c4b5e0b43b3" providerId="LiveId" clId="{B38ACE66-4567-4286-A081-4A3E4FDCDE97}" dt="2024-05-25T02:37:57.594" v="3633" actId="21"/>
          <ac:picMkLst>
            <pc:docMk/>
            <pc:sldMk cId="3898735716" sldId="313"/>
            <ac:picMk id="3" creationId="{58BCECFD-50C1-F13C-0267-8B7ADBE50B1E}"/>
          </ac:picMkLst>
        </pc:picChg>
        <pc:picChg chg="add del mod">
          <ac:chgData name="Алексей Воропаев" userId="bba06c4b5e0b43b3" providerId="LiveId" clId="{B38ACE66-4567-4286-A081-4A3E4FDCDE97}" dt="2024-05-10T17:09:09.807" v="752" actId="478"/>
          <ac:picMkLst>
            <pc:docMk/>
            <pc:sldMk cId="3898735716" sldId="313"/>
            <ac:picMk id="4" creationId="{B193167F-8439-0CDE-97A9-271C0DEAA220}"/>
          </ac:picMkLst>
        </pc:picChg>
      </pc:sldChg>
      <pc:sldChg chg="addSp delSp modSp add mod ord modTransition delAnim modAnim modNotesTx">
        <pc:chgData name="Алексей Воропаев" userId="bba06c4b5e0b43b3" providerId="LiveId" clId="{B38ACE66-4567-4286-A081-4A3E4FDCDE97}" dt="2024-06-09T19:29:23.762" v="4302"/>
        <pc:sldMkLst>
          <pc:docMk/>
          <pc:sldMk cId="2779403846" sldId="314"/>
        </pc:sldMkLst>
        <pc:spChg chg="mod">
          <ac:chgData name="Алексей Воропаев" userId="bba06c4b5e0b43b3" providerId="LiveId" clId="{B38ACE66-4567-4286-A081-4A3E4FDCDE97}" dt="2024-05-10T17:24:58.605" v="851" actId="20577"/>
          <ac:spMkLst>
            <pc:docMk/>
            <pc:sldMk cId="2779403846" sldId="314"/>
            <ac:spMk id="104" creationId="{00000000-0000-0000-0000-000000000000}"/>
          </ac:spMkLst>
        </pc:spChg>
        <pc:picChg chg="add del mod">
          <ac:chgData name="Алексей Воропаев" userId="bba06c4b5e0b43b3" providerId="LiveId" clId="{B38ACE66-4567-4286-A081-4A3E4FDCDE97}" dt="2024-05-10T17:14:51.689" v="774" actId="478"/>
          <ac:picMkLst>
            <pc:docMk/>
            <pc:sldMk cId="2779403846" sldId="314"/>
            <ac:picMk id="3" creationId="{1FDDCFC7-F566-E30B-66D0-B7F04E760199}"/>
          </ac:picMkLst>
        </pc:picChg>
        <pc:picChg chg="add mod">
          <ac:chgData name="Алексей Воропаев" userId="bba06c4b5e0b43b3" providerId="LiveId" clId="{B38ACE66-4567-4286-A081-4A3E4FDCDE97}" dt="2024-05-10T17:17:43.714" v="791" actId="1076"/>
          <ac:picMkLst>
            <pc:docMk/>
            <pc:sldMk cId="2779403846" sldId="314"/>
            <ac:picMk id="4" creationId="{267A14FE-75F3-C1E2-06B8-96C21BC56BF7}"/>
          </ac:picMkLst>
        </pc:picChg>
        <pc:picChg chg="del">
          <ac:chgData name="Алексей Воропаев" userId="bba06c4b5e0b43b3" providerId="LiveId" clId="{B38ACE66-4567-4286-A081-4A3E4FDCDE97}" dt="2024-05-01T12:50:30.640" v="312" actId="478"/>
          <ac:picMkLst>
            <pc:docMk/>
            <pc:sldMk cId="2779403846" sldId="314"/>
            <ac:picMk id="4" creationId="{5FADC401-05B0-6723-F2CB-D92C55CBA064}"/>
          </ac:picMkLst>
        </pc:picChg>
        <pc:picChg chg="add del mod">
          <ac:chgData name="Алексей Воропаев" userId="bba06c4b5e0b43b3" providerId="LiveId" clId="{B38ACE66-4567-4286-A081-4A3E4FDCDE97}" dt="2024-05-10T17:14:16.932" v="764" actId="478"/>
          <ac:picMkLst>
            <pc:docMk/>
            <pc:sldMk cId="2779403846" sldId="314"/>
            <ac:picMk id="6" creationId="{CF188299-11AD-4AA3-F1A0-82395BA4ECD5}"/>
          </ac:picMkLst>
        </pc:picChg>
        <pc:picChg chg="add del mod">
          <ac:chgData name="Алексей Воропаев" userId="bba06c4b5e0b43b3" providerId="LiveId" clId="{B38ACE66-4567-4286-A081-4A3E4FDCDE97}" dt="2024-06-09T19:29:11.713" v="4301" actId="478"/>
          <ac:picMkLst>
            <pc:docMk/>
            <pc:sldMk cId="2779403846" sldId="314"/>
            <ac:picMk id="7" creationId="{07E1849C-432F-6A64-E735-513020B8160E}"/>
          </ac:picMkLst>
        </pc:picChg>
        <pc:picChg chg="del">
          <ac:chgData name="Алексей Воропаев" userId="bba06c4b5e0b43b3" providerId="LiveId" clId="{B38ACE66-4567-4286-A081-4A3E4FDCDE97}" dt="2024-05-01T12:50:31.199" v="313" actId="478"/>
          <ac:picMkLst>
            <pc:docMk/>
            <pc:sldMk cId="2779403846" sldId="314"/>
            <ac:picMk id="10" creationId="{5F891CDC-6F14-0590-A801-F4E33B44B7FA}"/>
          </ac:picMkLst>
        </pc:picChg>
      </pc:sldChg>
      <pc:sldChg chg="addSp delSp modSp add mod ord modTransition modNotesTx">
        <pc:chgData name="Алексей Воропаев" userId="bba06c4b5e0b43b3" providerId="LiveId" clId="{B38ACE66-4567-4286-A081-4A3E4FDCDE97}" dt="2024-06-08T18:59:37.947" v="4218" actId="20577"/>
        <pc:sldMkLst>
          <pc:docMk/>
          <pc:sldMk cId="845017284" sldId="315"/>
        </pc:sldMkLst>
        <pc:spChg chg="mod">
          <ac:chgData name="Алексей Воропаев" userId="bba06c4b5e0b43b3" providerId="LiveId" clId="{B38ACE66-4567-4286-A081-4A3E4FDCDE97}" dt="2024-05-16T16:51:16.706" v="908"/>
          <ac:spMkLst>
            <pc:docMk/>
            <pc:sldMk cId="845017284" sldId="315"/>
            <ac:spMk id="101" creationId="{00000000-0000-0000-0000-000000000000}"/>
          </ac:spMkLst>
        </pc:spChg>
        <pc:picChg chg="add del mod">
          <ac:chgData name="Алексей Воропаев" userId="bba06c4b5e0b43b3" providerId="LiveId" clId="{B38ACE66-4567-4286-A081-4A3E4FDCDE97}" dt="2024-05-16T19:57:34.180" v="2044" actId="478"/>
          <ac:picMkLst>
            <pc:docMk/>
            <pc:sldMk cId="845017284" sldId="315"/>
            <ac:picMk id="3" creationId="{79098F53-FBA5-DB74-0ED9-F2809596C937}"/>
          </ac:picMkLst>
        </pc:picChg>
        <pc:picChg chg="add mod">
          <ac:chgData name="Алексей Воропаев" userId="bba06c4b5e0b43b3" providerId="LiveId" clId="{B38ACE66-4567-4286-A081-4A3E4FDCDE97}" dt="2024-06-06T19:04:56.639" v="3822" actId="1076"/>
          <ac:picMkLst>
            <pc:docMk/>
            <pc:sldMk cId="845017284" sldId="315"/>
            <ac:picMk id="3" creationId="{BAFFE90C-101D-3EC9-09E0-871B997D73F4}"/>
          </ac:picMkLst>
        </pc:picChg>
        <pc:picChg chg="del">
          <ac:chgData name="Алексей Воропаев" userId="bba06c4b5e0b43b3" providerId="LiveId" clId="{B38ACE66-4567-4286-A081-4A3E4FDCDE97}" dt="2024-05-16T16:50:25.527" v="875" actId="478"/>
          <ac:picMkLst>
            <pc:docMk/>
            <pc:sldMk cId="845017284" sldId="315"/>
            <ac:picMk id="4" creationId="{03B62E72-6D70-2294-CAB7-ED98706877B6}"/>
          </ac:picMkLst>
        </pc:picChg>
        <pc:picChg chg="add del">
          <ac:chgData name="Алексей Воропаев" userId="bba06c4b5e0b43b3" providerId="LiveId" clId="{B38ACE66-4567-4286-A081-4A3E4FDCDE97}" dt="2024-05-16T20:00:26.158" v="2219" actId="478"/>
          <ac:picMkLst>
            <pc:docMk/>
            <pc:sldMk cId="845017284" sldId="315"/>
            <ac:picMk id="6" creationId="{CC9A933B-D310-5EB7-CB6D-AD0FF908AB22}"/>
          </ac:picMkLst>
        </pc:picChg>
        <pc:picChg chg="add del">
          <ac:chgData name="Алексей Воропаев" userId="bba06c4b5e0b43b3" providerId="LiveId" clId="{B38ACE66-4567-4286-A081-4A3E4FDCDE97}" dt="2024-06-06T19:04:50.059" v="3819" actId="478"/>
          <ac:picMkLst>
            <pc:docMk/>
            <pc:sldMk cId="845017284" sldId="315"/>
            <ac:picMk id="9" creationId="{8B44F8DB-4A3B-C45F-1B43-0741BC4C0D59}"/>
          </ac:picMkLst>
        </pc:picChg>
      </pc:sldChg>
      <pc:sldChg chg="new del">
        <pc:chgData name="Алексей Воропаев" userId="bba06c4b5e0b43b3" providerId="LiveId" clId="{B38ACE66-4567-4286-A081-4A3E4FDCDE97}" dt="2024-05-16T16:50:10.728" v="873" actId="2696"/>
        <pc:sldMkLst>
          <pc:docMk/>
          <pc:sldMk cId="1756667793" sldId="315"/>
        </pc:sldMkLst>
      </pc:sldChg>
      <pc:sldChg chg="add del">
        <pc:chgData name="Алексей Воропаев" userId="bba06c4b5e0b43b3" providerId="LiveId" clId="{B38ACE66-4567-4286-A081-4A3E4FDCDE97}" dt="2024-05-01T13:12:19.407" v="738" actId="2696"/>
        <pc:sldMkLst>
          <pc:docMk/>
          <pc:sldMk cId="3707486205" sldId="315"/>
        </pc:sldMkLst>
      </pc:sldChg>
      <pc:sldChg chg="modSp add mod ord modTransition modNotesTx">
        <pc:chgData name="Алексей Воропаев" userId="bba06c4b5e0b43b3" providerId="LiveId" clId="{B38ACE66-4567-4286-A081-4A3E4FDCDE97}" dt="2024-06-09T19:43:58.826" v="4326" actId="20577"/>
        <pc:sldMkLst>
          <pc:docMk/>
          <pc:sldMk cId="3723017623" sldId="316"/>
        </pc:sldMkLst>
        <pc:spChg chg="mod">
          <ac:chgData name="Алексей Воропаев" userId="bba06c4b5e0b43b3" providerId="LiveId" clId="{B38ACE66-4567-4286-A081-4A3E4FDCDE97}" dt="2024-05-16T16:54:16.519" v="930"/>
          <ac:spMkLst>
            <pc:docMk/>
            <pc:sldMk cId="3723017623" sldId="316"/>
            <ac:spMk id="126" creationId="{00000000-0000-0000-0000-000000000000}"/>
          </ac:spMkLst>
        </pc:spChg>
        <pc:spChg chg="mod">
          <ac:chgData name="Алексей Воропаев" userId="bba06c4b5e0b43b3" providerId="LiveId" clId="{B38ACE66-4567-4286-A081-4A3E4FDCDE97}" dt="2024-06-09T19:43:58.826" v="4326" actId="20577"/>
          <ac:spMkLst>
            <pc:docMk/>
            <pc:sldMk cId="3723017623" sldId="316"/>
            <ac:spMk id="128" creationId="{00000000-0000-0000-0000-000000000000}"/>
          </ac:spMkLst>
        </pc:spChg>
      </pc:sldChg>
      <pc:sldChg chg="delSp modSp add mod delAnim modAnim modNotesTx">
        <pc:chgData name="Алексей Воропаев" userId="bba06c4b5e0b43b3" providerId="LiveId" clId="{B38ACE66-4567-4286-A081-4A3E4FDCDE97}" dt="2024-06-06T19:11:00.845" v="3851" actId="20577"/>
        <pc:sldMkLst>
          <pc:docMk/>
          <pc:sldMk cId="330473472" sldId="317"/>
        </pc:sldMkLst>
        <pc:picChg chg="del mod">
          <ac:chgData name="Алексей Воропаев" userId="bba06c4b5e0b43b3" providerId="LiveId" clId="{B38ACE66-4567-4286-A081-4A3E4FDCDE97}" dt="2024-05-25T02:38:40.176" v="3649" actId="478"/>
          <ac:picMkLst>
            <pc:docMk/>
            <pc:sldMk cId="330473472" sldId="317"/>
            <ac:picMk id="3" creationId="{495A63C3-0184-DB6D-0629-5F4F33F0E479}"/>
          </ac:picMkLst>
        </pc:picChg>
        <pc:picChg chg="mod">
          <ac:chgData name="Алексей Воропаев" userId="bba06c4b5e0b43b3" providerId="LiveId" clId="{B38ACE66-4567-4286-A081-4A3E4FDCDE97}" dt="2024-06-06T19:06:04.743" v="3824" actId="1076"/>
          <ac:picMkLst>
            <pc:docMk/>
            <pc:sldMk cId="330473472" sldId="317"/>
            <ac:picMk id="7" creationId="{0FEDC5B7-FBEE-FE32-03AD-FEB9EDEA49B0}"/>
          </ac:picMkLst>
        </pc:picChg>
        <pc:picChg chg="del mod">
          <ac:chgData name="Алексей Воропаев" userId="bba06c4b5e0b43b3" providerId="LiveId" clId="{B38ACE66-4567-4286-A081-4A3E4FDCDE97}" dt="2024-05-25T02:38:55.929" v="3655" actId="478"/>
          <ac:picMkLst>
            <pc:docMk/>
            <pc:sldMk cId="330473472" sldId="317"/>
            <ac:picMk id="11" creationId="{EBBC0CD9-99AC-8234-B671-FC17D8ECB45E}"/>
          </ac:picMkLst>
        </pc:picChg>
        <pc:picChg chg="del mod">
          <ac:chgData name="Алексей Воропаев" userId="bba06c4b5e0b43b3" providerId="LiveId" clId="{B38ACE66-4567-4286-A081-4A3E4FDCDE97}" dt="2024-05-25T02:38:54.929" v="3654" actId="478"/>
          <ac:picMkLst>
            <pc:docMk/>
            <pc:sldMk cId="330473472" sldId="317"/>
            <ac:picMk id="15" creationId="{CD7A4EDB-C988-BED0-02CB-7BEDCF92A475}"/>
          </ac:picMkLst>
        </pc:picChg>
      </pc:sldChg>
      <pc:sldChg chg="delSp modSp add mod delAnim modAnim modNotesTx">
        <pc:chgData name="Алексей Воропаев" userId="bba06c4b5e0b43b3" providerId="LiveId" clId="{B38ACE66-4567-4286-A081-4A3E4FDCDE97}" dt="2024-06-06T19:11:15.706" v="3853" actId="20577"/>
        <pc:sldMkLst>
          <pc:docMk/>
          <pc:sldMk cId="1445811461" sldId="318"/>
        </pc:sldMkLst>
        <pc:picChg chg="del">
          <ac:chgData name="Алексей Воропаев" userId="bba06c4b5e0b43b3" providerId="LiveId" clId="{B38ACE66-4567-4286-A081-4A3E4FDCDE97}" dt="2024-05-25T02:39:08.439" v="3659" actId="478"/>
          <ac:picMkLst>
            <pc:docMk/>
            <pc:sldMk cId="1445811461" sldId="318"/>
            <ac:picMk id="3" creationId="{495A63C3-0184-DB6D-0629-5F4F33F0E479}"/>
          </ac:picMkLst>
        </pc:picChg>
        <pc:picChg chg="del">
          <ac:chgData name="Алексей Воропаев" userId="bba06c4b5e0b43b3" providerId="LiveId" clId="{B38ACE66-4567-4286-A081-4A3E4FDCDE97}" dt="2024-05-25T02:39:12.255" v="3662" actId="478"/>
          <ac:picMkLst>
            <pc:docMk/>
            <pc:sldMk cId="1445811461" sldId="318"/>
            <ac:picMk id="7" creationId="{0FEDC5B7-FBEE-FE32-03AD-FEB9EDEA49B0}"/>
          </ac:picMkLst>
        </pc:picChg>
        <pc:picChg chg="mod">
          <ac:chgData name="Алексей Воропаев" userId="bba06c4b5e0b43b3" providerId="LiveId" clId="{B38ACE66-4567-4286-A081-4A3E4FDCDE97}" dt="2024-05-25T02:39:14.885" v="3663" actId="1076"/>
          <ac:picMkLst>
            <pc:docMk/>
            <pc:sldMk cId="1445811461" sldId="318"/>
            <ac:picMk id="11" creationId="{EBBC0CD9-99AC-8234-B671-FC17D8ECB45E}"/>
          </ac:picMkLst>
        </pc:picChg>
        <pc:picChg chg="del">
          <ac:chgData name="Алексей Воропаев" userId="bba06c4b5e0b43b3" providerId="LiveId" clId="{B38ACE66-4567-4286-A081-4A3E4FDCDE97}" dt="2024-05-25T02:39:09.667" v="3660" actId="478"/>
          <ac:picMkLst>
            <pc:docMk/>
            <pc:sldMk cId="1445811461" sldId="318"/>
            <ac:picMk id="15" creationId="{CD7A4EDB-C988-BED0-02CB-7BEDCF92A475}"/>
          </ac:picMkLst>
        </pc:picChg>
      </pc:sldChg>
      <pc:sldChg chg="delSp modSp add mod delAnim modAnim modNotesTx">
        <pc:chgData name="Алексей Воропаев" userId="bba06c4b5e0b43b3" providerId="LiveId" clId="{B38ACE66-4567-4286-A081-4A3E4FDCDE97}" dt="2024-06-06T19:11:21.988" v="3854" actId="20577"/>
        <pc:sldMkLst>
          <pc:docMk/>
          <pc:sldMk cId="778640407" sldId="319"/>
        </pc:sldMkLst>
        <pc:picChg chg="del">
          <ac:chgData name="Алексей Воропаев" userId="bba06c4b5e0b43b3" providerId="LiveId" clId="{B38ACE66-4567-4286-A081-4A3E4FDCDE97}" dt="2024-05-25T02:39:19.159" v="3665" actId="478"/>
          <ac:picMkLst>
            <pc:docMk/>
            <pc:sldMk cId="778640407" sldId="319"/>
            <ac:picMk id="3" creationId="{495A63C3-0184-DB6D-0629-5F4F33F0E479}"/>
          </ac:picMkLst>
        </pc:picChg>
        <pc:picChg chg="del">
          <ac:chgData name="Алексей Воропаев" userId="bba06c4b5e0b43b3" providerId="LiveId" clId="{B38ACE66-4567-4286-A081-4A3E4FDCDE97}" dt="2024-05-25T02:39:22.157" v="3668" actId="478"/>
          <ac:picMkLst>
            <pc:docMk/>
            <pc:sldMk cId="778640407" sldId="319"/>
            <ac:picMk id="7" creationId="{0FEDC5B7-FBEE-FE32-03AD-FEB9EDEA49B0}"/>
          </ac:picMkLst>
        </pc:picChg>
        <pc:picChg chg="del">
          <ac:chgData name="Алексей Воропаев" userId="bba06c4b5e0b43b3" providerId="LiveId" clId="{B38ACE66-4567-4286-A081-4A3E4FDCDE97}" dt="2024-05-25T02:39:21.794" v="3667" actId="478"/>
          <ac:picMkLst>
            <pc:docMk/>
            <pc:sldMk cId="778640407" sldId="319"/>
            <ac:picMk id="11" creationId="{EBBC0CD9-99AC-8234-B671-FC17D8ECB45E}"/>
          </ac:picMkLst>
        </pc:picChg>
        <pc:picChg chg="mod">
          <ac:chgData name="Алексей Воропаев" userId="bba06c4b5e0b43b3" providerId="LiveId" clId="{B38ACE66-4567-4286-A081-4A3E4FDCDE97}" dt="2024-06-06T19:06:19.557" v="3826" actId="1076"/>
          <ac:picMkLst>
            <pc:docMk/>
            <pc:sldMk cId="778640407" sldId="319"/>
            <ac:picMk id="15" creationId="{CD7A4EDB-C988-BED0-02CB-7BEDCF92A475}"/>
          </ac:picMkLst>
        </pc:picChg>
      </pc:sldChg>
      <pc:sldChg chg="addSp delSp modSp add mod modNotesTx">
        <pc:chgData name="Алексей Воропаев" userId="bba06c4b5e0b43b3" providerId="LiveId" clId="{B38ACE66-4567-4286-A081-4A3E4FDCDE97}" dt="2024-06-08T18:38:51.689" v="4056" actId="313"/>
        <pc:sldMkLst>
          <pc:docMk/>
          <pc:sldMk cId="1306633017" sldId="320"/>
        </pc:sldMkLst>
        <pc:spChg chg="mod">
          <ac:chgData name="Алексей Воропаев" userId="bba06c4b5e0b43b3" providerId="LiveId" clId="{B38ACE66-4567-4286-A081-4A3E4FDCDE97}" dt="2024-06-06T18:59:03.561" v="3790" actId="20577"/>
          <ac:spMkLst>
            <pc:docMk/>
            <pc:sldMk cId="1306633017" sldId="320"/>
            <ac:spMk id="93" creationId="{00000000-0000-0000-0000-000000000000}"/>
          </ac:spMkLst>
        </pc:spChg>
        <pc:graphicFrameChg chg="add mod">
          <ac:chgData name="Алексей Воропаев" userId="bba06c4b5e0b43b3" providerId="LiveId" clId="{B38ACE66-4567-4286-A081-4A3E4FDCDE97}" dt="2024-06-06T19:00:41.976" v="3794" actId="1076"/>
          <ac:graphicFrameMkLst>
            <pc:docMk/>
            <pc:sldMk cId="1306633017" sldId="320"/>
            <ac:graphicFrameMk id="2" creationId="{D81C99EC-1214-465D-7B17-23773F280A9F}"/>
          </ac:graphicFrameMkLst>
        </pc:graphicFrameChg>
        <pc:graphicFrameChg chg="add del mod">
          <ac:chgData name="Алексей Воропаев" userId="bba06c4b5e0b43b3" providerId="LiveId" clId="{B38ACE66-4567-4286-A081-4A3E4FDCDE97}" dt="2024-06-06T19:01:12.858" v="3800" actId="478"/>
          <ac:graphicFrameMkLst>
            <pc:docMk/>
            <pc:sldMk cId="1306633017" sldId="320"/>
            <ac:graphicFrameMk id="3" creationId="{A709DFDA-6031-FA16-9ED7-E8AB196C369C}"/>
          </ac:graphicFrameMkLst>
        </pc:graphicFrameChg>
        <pc:graphicFrameChg chg="add mod modGraphic">
          <ac:chgData name="Алексей Воропаев" userId="bba06c4b5e0b43b3" providerId="LiveId" clId="{B38ACE66-4567-4286-A081-4A3E4FDCDE97}" dt="2024-06-06T19:03:04.589" v="3818" actId="1076"/>
          <ac:graphicFrameMkLst>
            <pc:docMk/>
            <pc:sldMk cId="1306633017" sldId="320"/>
            <ac:graphicFrameMk id="4" creationId="{D81A583B-5D72-490D-21BD-C13F36A94859}"/>
          </ac:graphicFrameMkLst>
        </pc:graphicFrameChg>
        <pc:picChg chg="del">
          <ac:chgData name="Алексей Воропаев" userId="bba06c4b5e0b43b3" providerId="LiveId" clId="{B38ACE66-4567-4286-A081-4A3E4FDCDE97}" dt="2024-06-06T18:59:05.748" v="3791" actId="478"/>
          <ac:picMkLst>
            <pc:docMk/>
            <pc:sldMk cId="1306633017" sldId="320"/>
            <ac:picMk id="5" creationId="{490EBB2B-5910-7499-7C51-104B4300E362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_____Microsoft_Office_Excel1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Рейтинг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StackOverflow</a:t>
            </a:r>
            <a:endParaRPr lang="en-US" b="0" i="0" baseline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/>
      <c:spPr>
        <a:noFill/>
        <a:ln>
          <a:noFill/>
        </a:ln>
        <a:effectLst/>
      </c:spPr>
    </c:title>
    <c:plotArea>
      <c:layout/>
      <c:barChart>
        <c:barDir val="bar"/>
        <c:grouping val="clustered"/>
        <c:ser>
          <c:idx val="0"/>
          <c:order val="0"/>
          <c:tx>
            <c:strRef>
              <c:f>Лист1!$B$1</c:f>
              <c:strCache>
                <c:ptCount val="1"/>
                <c:pt idx="0">
                  <c:v>Рейтинг популярности языков программирования в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Лист1!$A$2:$A$11</c:f>
              <c:strCache>
                <c:ptCount val="10"/>
                <c:pt idx="0">
                  <c:v>C++</c:v>
                </c:pt>
                <c:pt idx="1">
                  <c:v>Bash/Shell</c:v>
                </c:pt>
                <c:pt idx="2">
                  <c:v>C#</c:v>
                </c:pt>
                <c:pt idx="3">
                  <c:v>TypeScript</c:v>
                </c:pt>
                <c:pt idx="4">
                  <c:v>Node.js</c:v>
                </c:pt>
                <c:pt idx="5">
                  <c:v>Java</c:v>
                </c:pt>
                <c:pt idx="6">
                  <c:v>SQL</c:v>
                </c:pt>
                <c:pt idx="7">
                  <c:v>Python</c:v>
                </c:pt>
                <c:pt idx="8">
                  <c:v>HTML/CSS</c:v>
                </c:pt>
                <c:pt idx="9">
                  <c:v>JavaScript</c:v>
                </c:pt>
              </c:strCache>
            </c:strRef>
          </c:cat>
          <c:val>
            <c:numRef>
              <c:f>Лист1!$B$2:$B$11</c:f>
              <c:numCache>
                <c:formatCode>General</c:formatCode>
                <c:ptCount val="10"/>
                <c:pt idx="0">
                  <c:v>24.310000000000031</c:v>
                </c:pt>
                <c:pt idx="1">
                  <c:v>27.130000000000031</c:v>
                </c:pt>
                <c:pt idx="2">
                  <c:v>27.86</c:v>
                </c:pt>
                <c:pt idx="3">
                  <c:v>30.19</c:v>
                </c:pt>
                <c:pt idx="4">
                  <c:v>33.910000000000004</c:v>
                </c:pt>
                <c:pt idx="5">
                  <c:v>35.35</c:v>
                </c:pt>
                <c:pt idx="6">
                  <c:v>47.08</c:v>
                </c:pt>
                <c:pt idx="7">
                  <c:v>48.24</c:v>
                </c:pt>
                <c:pt idx="8">
                  <c:v>56.07</c:v>
                </c:pt>
                <c:pt idx="9">
                  <c:v>64.959999999999994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78E-49DE-BF36-9376CF32942C}"/>
            </c:ext>
          </c:extLst>
        </c:ser>
        <c:gapWidth val="182"/>
        <c:axId val="45503616"/>
        <c:axId val="45505152"/>
      </c:barChart>
      <c:catAx>
        <c:axId val="45503616"/>
        <c:scaling>
          <c:orientation val="minMax"/>
        </c:scaling>
        <c:axPos val="l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45505152"/>
        <c:crosses val="autoZero"/>
        <c:auto val="1"/>
        <c:lblAlgn val="ctr"/>
        <c:lblOffset val="100"/>
      </c:catAx>
      <c:valAx>
        <c:axId val="45505152"/>
        <c:scaling>
          <c:orientation val="minMax"/>
        </c:scaling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45503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2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C1379-0543-43D0-AB94-715C8A86880A}" type="datetimeFigureOut">
              <a:rPr lang="ru-RU" smtClean="0"/>
              <a:pPr/>
              <a:t>07.07.2024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ABAEB-B1E7-4900-ACA6-45C8BBFA61E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080598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Добрый день! Тема моей выпускной квалификационной работы – Разработка программного тренажера для изучения языка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647214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Цель работы: Разработка веб-платформы для обучения языка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Задачи: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  <a:tabLst>
                <a:tab pos="4572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и описать предметную область;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  <a:tabLst>
                <a:tab pos="4572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Сделать обзор систем аналогов;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  <a:tabLst>
                <a:tab pos="4572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Спроектировать систему;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структурную схемы системы;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диаграмму вариантов использования системы;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логическую модель базы данных системы.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  <a:tabLst>
                <a:tab pos="4572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интерфейс пользователя;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  <a:tabLst>
                <a:tab pos="4572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Реализовать программное обеспечение, провести тестирование и отладку.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80811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настоящее время перспективными технологиями являются средства, позволяющие работать с большими объемами структурированной информации – базами данных.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Главным инструментом для работы с БД является SQL – язык структурированных запросов. Знание этого языка способно во многом облегчить взаимодействие с БД.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Тренажёр SQL запросов полезен студентам, разработчикам, тестировщикам и аналитикам. Он обеспечивает безопасную среду для практики, улучшает навыки работы с базами данных, способствует оптимизации SQL запросов и может быть использован при собеседованиях для проверки знаний.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оценки актуальности языка обратимся к рейтингу 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StackOverflow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Как видно из диаграммы, SQL занимает 4 место из данного рейтинга. Его хотят изучать 47 % респондентов.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38409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Перейдем к описанию систем аналогов.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Первая из них – это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sqlbolt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Рассмотрим его поподробнее. Сайт абсолютно бесплатный, не требует регистрации, однако нужно учитывать, что он полностью на английском языке. Данный тренажёр состоит из 18 уроков, начиная с простых “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”, заканчивая удалением таблиц. Каждый урок рассматривает различные запросы, определяет область их применения и заканчивается интерактивным упражнением, пример которого представлен на слайде.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521827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Следующий для рассмотрения аналог – это сайт HackerRank.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 менее популярная платформа для изучения SQL на английском. К ее преимуществам можно отнести удобство использования и наличие обсуждения решений предлагаемых задач, а к недостаткам – полностью платное использование. Пользовательский интерфейс сайта представлен на слайде.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88358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 рассмотренных выше тренажеров есть также русский аналог – learndb.ru. Он состоит из практических блоков, называемых курсами, и интерактивного учебника. Сервис является понятным и удобным в использовании, однако некоторые курсы доступны только по платной подписке.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95194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Рассмотрев и проанализировав системы-аналоги, была создана сравнительная таблица, исходя из которой выводились требования для разрабатываемой системы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961343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Была спроектирована структурная схема системы. Ее можно разделить на клиентскую часть, серверную часть и базу данных. В клиентской части есть три подсистемы – п/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ввода/вывода, авторизации и регистрации.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Серверная часть состоит из п/с сохранения статистики, авторизации, регистрации, проверки задания, взаимодействия с БД, обработки исключений и валидации входных данных.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27506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 данном слайде представлена диаграмма вариантов использования для Пользователя сайта. У него есть такие возможности как: просмотр теории и заданий, решение заданий. Также для системы предусмотрен вариант использования Обучающийся, который будет отличаться возможностью просмотра статистики.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254242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системы была разработана логическая модель базы данных системы.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таблице Обучающиеся хранится вся необходимая информация для его аутентификации.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таблице Теория хранится его содержание и внешний ключ для связи с Блоком заданий.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Блок заданий представляет из себя название и внешний ключ для Теории.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таблице Задания содержатся название, описание, внешний ключ для связи с Блоком заданий, название БД для которой строится запрос, а также корректный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запрос для валидации ответа.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 наконец таблица Выполненных заданий – она необходима для хранения статистики по выполненным заданиям.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53874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 запуске сайта открывается главная страница, которая представлена на слайде. На данной странице представлен каталог с блоками заданий, при выборе которой раскрываются две кнопки: «Теория», «Задачи», а также кнопка «Написать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-запрос» для перехода на страницу режима тренировки. Справа с верху на блоке навигации присутствует кнопка, при нажатии на которую пользователя переносит на страницу авторизации.</a:t>
            </a: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 нажатии на кнопку «Теория» отображается блок теории. Внешний вид теории представлен на слайде. Теория представляется из себя синтаксис, пояснение и пример.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132003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 нажатии на задачи раскрывается список задач. При выборе задании раскрывается блок с заданием. Задание представляет из себя название, подробное описание с форматом вывода, схема базы данных, а также поля для ввода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запроса. Внешний вид задания представлен на слайде.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3657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 правильном выполнении задания появляется надпись «Задание выполнено!», а также результат запроса, представленный в виде таблицы.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779648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запрос написан синтаксически правилен, но семантически неверен, то появится надпись «Запрос неверен!».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823829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запрос написан с синтаксической ошибкой, то появится надпись «Запрос с синтаксической ошибкой!».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744737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Теперь перейдем к режиму тренировки. Он представляет из себя режим, где можно выбрать базу данных и написать под неё различные запросы. Однако в отличии от выполнения заданий здесь отсутствуют какие-либо надписи о верности запроса.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16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13327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Переходим к авторизации и регистрации.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Страница авторизации представляет из себя поле для ввода логина и пароля. При успешной попытке происходит переадресация на главную страницу. Если же у пользователя отсутствует аккаунт, то есть возможность зарегистрироваться, нажав на кнопку «Регистрация». Страница схожа с авторизацией, за исключением одного поля – имя.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721021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 данном слайде представлена главная экранная форма авторизированного пользователя.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авторизации у пользователя сохраняется статистика выполнения задач. Посмотреть её можно, нажав на кнопку «Статистика». Также на главном экране показываются выполненные задания и блоки заданий. Они выделены зеленым цветом.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79228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авторизированного пользователя доступна статистика и динамика выполненных заданий.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Динамика представляет из себя график, по оси х даты, а по оси у число выполненных заданий.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Статистика разделена на две части: общая за всё время и по блокам заданий.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19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5877164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frontend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разработки использованы: язык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TypeScript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фреймворк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Angular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 среда разработки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WebStorm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язык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#, фреймворк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ASP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 среда разработки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Rider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качестве СУБД использовалось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PostgreSQL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20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283770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результате написания выпускной квалификационной работы были выполнены все поставленные задачи.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ABAEB-B1E7-4900-ACA6-45C8BBFA61E1}" type="slidenum">
              <a:rPr lang="ru-RU" smtClean="0"/>
              <a:pPr/>
              <a:t>21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579493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523880" y="1743120"/>
            <a:ext cx="9143280" cy="5309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523880" y="1743120"/>
            <a:ext cx="9143280" cy="5309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523880" y="1690560"/>
            <a:ext cx="914328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432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ru-RU" sz="18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Рисунок 4"/>
          <p:cNvPicPr/>
          <p:nvPr/>
        </p:nvPicPr>
        <p:blipFill>
          <a:blip r:embed="rId3" cstate="print"/>
          <a:stretch/>
        </p:blipFill>
        <p:spPr>
          <a:xfrm>
            <a:off x="0" y="0"/>
            <a:ext cx="12191400" cy="6858000"/>
          </a:xfrm>
          <a:prstGeom prst="rect">
            <a:avLst/>
          </a:prstGeom>
          <a:ln>
            <a:noFill/>
          </a:ln>
        </p:spPr>
      </p:pic>
      <p:sp>
        <p:nvSpPr>
          <p:cNvPr id="77" name="CustomShape 1"/>
          <p:cNvSpPr/>
          <p:nvPr/>
        </p:nvSpPr>
        <p:spPr>
          <a:xfrm>
            <a:off x="6372645" y="3722904"/>
            <a:ext cx="4527000" cy="9218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Работу выполнила студент группы </a:t>
            </a:r>
            <a:endParaRPr lang="ru-RU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ru-RU" sz="18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6</a:t>
            </a:r>
            <a:r>
              <a:rPr lang="ru-RU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413</a:t>
            </a:r>
            <a:r>
              <a:rPr lang="ru-RU" sz="18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-020302D </a:t>
            </a:r>
            <a:endParaRPr lang="ru-RU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ru-RU" spc="-1" dirty="0" smtClean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Иванов </a:t>
            </a:r>
            <a:r>
              <a:rPr lang="ru-RU" spc="-1" dirty="0" smtClean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И</a:t>
            </a:r>
            <a:r>
              <a:rPr lang="ru-RU" sz="1800" b="0" strike="noStrike" spc="-1" dirty="0" smtClean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</a:t>
            </a:r>
            <a:r>
              <a:rPr lang="ru-RU" spc="-1" dirty="0" smtClean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И</a:t>
            </a:r>
            <a:r>
              <a:rPr lang="ru-RU" sz="18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</a:t>
            </a:r>
            <a:endParaRPr lang="ru-RU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CustomShape 2"/>
          <p:cNvSpPr/>
          <p:nvPr/>
        </p:nvSpPr>
        <p:spPr>
          <a:xfrm>
            <a:off x="6713385" y="6291201"/>
            <a:ext cx="384552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Самара 2024</a:t>
            </a:r>
            <a:endParaRPr lang="ru-RU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CustomShape 3"/>
          <p:cNvSpPr/>
          <p:nvPr/>
        </p:nvSpPr>
        <p:spPr>
          <a:xfrm>
            <a:off x="5978012" y="2329868"/>
            <a:ext cx="5316267" cy="8295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spc="-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тренажера для изучения языка SQL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CustomShape 4"/>
          <p:cNvSpPr/>
          <p:nvPr/>
        </p:nvSpPr>
        <p:spPr>
          <a:xfrm>
            <a:off x="6720585" y="4959721"/>
            <a:ext cx="3831120" cy="9218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Руководитель</a:t>
            </a:r>
            <a:endParaRPr lang="ru-RU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ru-RU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доцент кафедры ПС</a:t>
            </a:r>
            <a:endParaRPr lang="ru-RU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ru-RU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Попова-Коварцева Д.А</a:t>
            </a:r>
            <a:r>
              <a:rPr lang="ru-RU" sz="16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</a:t>
            </a:r>
            <a:endParaRPr lang="ru-RU" sz="16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Цели и задачи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ED4EBA19-57F7-471A-A642-7F2BB343A6A4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2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83" name="CustomShape 3"/>
          <p:cNvSpPr/>
          <p:nvPr/>
        </p:nvSpPr>
        <p:spPr>
          <a:xfrm>
            <a:off x="1017330" y="891779"/>
            <a:ext cx="10157340" cy="4153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Цель работы: разработка веб-платформы для обучения языку 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SQL</a:t>
            </a: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Задачи: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2438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П</a:t>
            </a: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роанализировать и описать предметную область;</a:t>
            </a:r>
          </a:p>
          <a:p>
            <a:pPr indent="452438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Сделать обзор систем аналогов;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2438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С</a:t>
            </a: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проектировать систему: 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indent="452438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Разработать структурную схему системы; 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indent="452438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Разработать диаграмму вариантов использования системы; 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indent="452438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Разработать логическую модель базы данных системы</a:t>
            </a: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</a:t>
            </a: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4) Разработать интерфейс пользователя;</a:t>
            </a:r>
          </a:p>
          <a:p>
            <a:pPr>
              <a:lnSpc>
                <a:spcPct val="100000"/>
              </a:lnSpc>
            </a:pP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5) </a:t>
            </a: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Реализовать программное обеспечение, провести тестирование и отладку.</a:t>
            </a:r>
            <a:endParaRPr lang="ru-RU" sz="2400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FE9CD205-D50B-4B2D-BB49-D5CFB2E81D16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 hidden="1"/>
          <p:cNvSpPr/>
          <p:nvPr/>
        </p:nvSpPr>
        <p:spPr>
          <a:xfrm>
            <a:off x="2275920" y="22727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Описание предметной области 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5F283F5E-72DA-4EE9-B717-B381865DC478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3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86" name="CustomShape 3"/>
          <p:cNvSpPr/>
          <p:nvPr/>
        </p:nvSpPr>
        <p:spPr>
          <a:xfrm>
            <a:off x="741347" y="1037991"/>
            <a:ext cx="10836973" cy="22128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indent="452438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 является инструментом, предназначенным для организации, управления, выборки и обработки информации, содержащейся в базе данных. </a:t>
            </a:r>
            <a:endParaRPr lang="ru-RU" sz="24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2438" algn="just"/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2438" algn="just"/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4E5549D-C159-4B45-B1E7-A34CE2CD5298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CustomShape 1">
            <a:extLst>
              <a:ext uri="{FF2B5EF4-FFF2-40B4-BE49-F238E27FC236}">
                <a16:creationId xmlns="" xmlns:a16="http://schemas.microsoft.com/office/drawing/2014/main" id="{4DD95849-C963-4158-8D09-26D3E1B0F34D}"/>
              </a:ext>
            </a:extLst>
          </p:cNvPr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Описание предметной области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="" xmlns:a16="http://schemas.microsoft.com/office/drawing/2014/main" id="{8CA8350A-F666-EC79-6326-048C257313AC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455665108"/>
              </p:ext>
            </p:extLst>
          </p:nvPr>
        </p:nvGraphicFramePr>
        <p:xfrm>
          <a:off x="2790520" y="2269247"/>
          <a:ext cx="6531609" cy="3929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Описание системы-аналога 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sqlbolt.com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09A041A5-B959-4443-BA77-9AA6221BF8BC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4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A07C963A-620E-4CAA-94A0-A448F848643F}"/>
              </a:ext>
            </a:extLst>
          </p:cNvPr>
          <p:cNvSpPr/>
          <p:nvPr/>
        </p:nvSpPr>
        <p:spPr>
          <a:xfrm>
            <a:off x="274320" y="6443330"/>
            <a:ext cx="10698480" cy="3428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4B05F4F0-7CD8-7E99-23A0-D83BE90DA1A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77774" y="1154370"/>
            <a:ext cx="9444811" cy="4549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Описание системы-аналога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hackerrank.com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73D327D2-A0BC-4865-8B60-B7C03ED5A392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5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DF17CB94-88B6-47BC-BFF5-FADFA901446C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AA2DF86E-DAE7-99F2-DBF1-59BFFDB8163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09436" y="1455432"/>
            <a:ext cx="5573128" cy="4652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Описание системы-аналога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learndb.ru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73D327D2-A0BC-4865-8B60-B7C03ED5A392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6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DF17CB94-88B6-47BC-BFF5-FADFA901446C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490EBB2B-5910-7499-7C51-104B4300E36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62116" y="1015827"/>
            <a:ext cx="8467767" cy="447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71533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Сравнение систем-аналогов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73D327D2-A0BC-4865-8B60-B7C03ED5A392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7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DF17CB94-88B6-47BC-BFF5-FADFA901446C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="" xmlns:a16="http://schemas.microsoft.com/office/drawing/2014/main" id="{D81A583B-5D72-490D-21BD-C13F36A94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396701218"/>
              </p:ext>
            </p:extLst>
          </p:nvPr>
        </p:nvGraphicFramePr>
        <p:xfrm>
          <a:off x="2057921" y="1120996"/>
          <a:ext cx="8484518" cy="47984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22840">
                  <a:extLst>
                    <a:ext uri="{9D8B030D-6E8A-4147-A177-3AD203B41FA5}">
                      <a16:colId xmlns="" xmlns:a16="http://schemas.microsoft.com/office/drawing/2014/main" val="358011636"/>
                    </a:ext>
                  </a:extLst>
                </a:gridCol>
                <a:gridCol w="1493846">
                  <a:extLst>
                    <a:ext uri="{9D8B030D-6E8A-4147-A177-3AD203B41FA5}">
                      <a16:colId xmlns="" xmlns:a16="http://schemas.microsoft.com/office/drawing/2014/main" val="4193313410"/>
                    </a:ext>
                  </a:extLst>
                </a:gridCol>
                <a:gridCol w="1493846">
                  <a:extLst>
                    <a:ext uri="{9D8B030D-6E8A-4147-A177-3AD203B41FA5}">
                      <a16:colId xmlns="" xmlns:a16="http://schemas.microsoft.com/office/drawing/2014/main" val="2084014847"/>
                    </a:ext>
                  </a:extLst>
                </a:gridCol>
                <a:gridCol w="1373986">
                  <a:extLst>
                    <a:ext uri="{9D8B030D-6E8A-4147-A177-3AD203B41FA5}">
                      <a16:colId xmlns="" xmlns:a16="http://schemas.microsoft.com/office/drawing/2014/main" val="3309371689"/>
                    </a:ext>
                  </a:extLst>
                </a:gridCol>
              </a:tblGrid>
              <a:tr h="362953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Показатели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Системы для сравнения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65542338"/>
                  </a:ext>
                </a:extLst>
              </a:tr>
              <a:tr h="44345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sqlbolt.com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HackerRank</a:t>
                      </a:r>
                      <a:r>
                        <a:rPr lang="en-US" sz="1200" dirty="0">
                          <a:effectLst/>
                        </a:rPr>
                        <a:t>.com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learndb</a:t>
                      </a:r>
                      <a:r>
                        <a:rPr lang="ru-RU" sz="1200" dirty="0">
                          <a:effectLst/>
                        </a:rPr>
                        <a:t>.ru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845782624"/>
                  </a:ext>
                </a:extLst>
              </a:tr>
              <a:tr h="7696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Наличие банка заданий и компилирующей системы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246387124"/>
                  </a:ext>
                </a:extLst>
              </a:tr>
              <a:tr h="5592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Наличие теоретического материала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–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930017441"/>
                  </a:ext>
                </a:extLst>
              </a:tr>
              <a:tr h="7696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Наличие сообщества для обсуждения задач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–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–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90177355"/>
                  </a:ext>
                </a:extLst>
              </a:tr>
              <a:tr h="5856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Обязательная регистрация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–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512388519"/>
                  </a:ext>
                </a:extLst>
              </a:tr>
              <a:tr h="6430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Интерфейс на русском языке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–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–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516189594"/>
                  </a:ext>
                </a:extLst>
              </a:tr>
              <a:tr h="6647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Бесплатное использование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–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–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966033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306633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Структурная схема системы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9B7B529C-8F55-4D52-AB20-2E5175C1640E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8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3686771D-6249-4E76-98E7-D1006733D772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6539D9FE-2A01-6F6C-F1DF-5D9FA1A21AC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6779" y="1861827"/>
            <a:ext cx="11598442" cy="34555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Диаграмма вариантов использования системы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9B7B529C-8F55-4D52-AB20-2E5175C1640E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9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672A7C48-7BEA-422A-BEE3-F3DE89241C96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037DE72F-E14D-B40E-3F87-2035D1CB3F9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50286" y="930893"/>
            <a:ext cx="10091428" cy="57151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15219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Логическая модель базы данных системы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9B7B529C-8F55-4D52-AB20-2E5175C1640E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10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3686771D-6249-4E76-98E7-D1006733D772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BAFFE90C-101D-3EC9-09E0-871B997D73F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25567" y="1000169"/>
            <a:ext cx="10140866" cy="510159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45017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Стартовый экран системы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A8BAC17F-399E-48AB-AF9E-0D68112513EE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11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="" xmlns:a16="http://schemas.microsoft.com/office/drawing/2014/main" id="{AD6D0C60-E1CB-4437-856B-8710D4D4180D}"/>
              </a:ext>
            </a:extLst>
          </p:cNvPr>
          <p:cNvSpPr/>
          <p:nvPr/>
        </p:nvSpPr>
        <p:spPr>
          <a:xfrm>
            <a:off x="274320" y="637020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58BCECFD-50C1-F13C-0267-8B7ADBE50B1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03881" y="933546"/>
            <a:ext cx="7784237" cy="521903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60932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Пример </a:t>
            </a:r>
            <a:r>
              <a:rPr lang="ru-RU" sz="2400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задания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A85CF9CC-0D38-41A1-9A64-1515043CDF70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12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CCB464C6-B781-47B3-94FE-F46744F6601D}"/>
              </a:ext>
            </a:extLst>
          </p:cNvPr>
          <p:cNvSpPr/>
          <p:nvPr/>
        </p:nvSpPr>
        <p:spPr>
          <a:xfrm>
            <a:off x="274320" y="6416805"/>
            <a:ext cx="106984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495A63C3-0184-DB6D-0629-5F4F33F0E47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66042" y="892583"/>
            <a:ext cx="7859915" cy="57962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Пример </a:t>
            </a:r>
            <a:r>
              <a:rPr lang="ru-RU" sz="2400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задания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A85CF9CC-0D38-41A1-9A64-1515043CDF70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13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CCB464C6-B781-47B3-94FE-F46744F6601D}"/>
              </a:ext>
            </a:extLst>
          </p:cNvPr>
          <p:cNvSpPr/>
          <p:nvPr/>
        </p:nvSpPr>
        <p:spPr>
          <a:xfrm>
            <a:off x="274320" y="6416805"/>
            <a:ext cx="106984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0FEDC5B7-FBEE-FE32-03AD-FEB9EDEA49B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07702" y="890337"/>
            <a:ext cx="7776595" cy="543414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0473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Пример </a:t>
            </a:r>
            <a:r>
              <a:rPr lang="ru-RU" sz="2400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задания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A85CF9CC-0D38-41A1-9A64-1515043CDF70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14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CCB464C6-B781-47B3-94FE-F46744F6601D}"/>
              </a:ext>
            </a:extLst>
          </p:cNvPr>
          <p:cNvSpPr/>
          <p:nvPr/>
        </p:nvSpPr>
        <p:spPr>
          <a:xfrm>
            <a:off x="274320" y="6416805"/>
            <a:ext cx="106984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EBBC0CD9-99AC-8234-B671-FC17D8ECB45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28816" y="892584"/>
            <a:ext cx="8334368" cy="579621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45811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Пример </a:t>
            </a:r>
            <a:r>
              <a:rPr lang="ru-RU" sz="2400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задания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A85CF9CC-0D38-41A1-9A64-1515043CDF70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15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CCB464C6-B781-47B3-94FE-F46744F6601D}"/>
              </a:ext>
            </a:extLst>
          </p:cNvPr>
          <p:cNvSpPr/>
          <p:nvPr/>
        </p:nvSpPr>
        <p:spPr>
          <a:xfrm>
            <a:off x="274320" y="6416805"/>
            <a:ext cx="106984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CD7A4EDB-C988-BED0-02CB-7BEDCF92A47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88037" y="923574"/>
            <a:ext cx="8224285" cy="574517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78640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</a:t>
            </a:r>
            <a:r>
              <a:rPr lang="ru-RU" sz="2400" spc="-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режима тренировки 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A8BAC17F-399E-48AB-AF9E-0D68112513EE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16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="" xmlns:a16="http://schemas.microsoft.com/office/drawing/2014/main" id="{AD6D0C60-E1CB-4437-856B-8710D4D4180D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267A14FE-75F3-C1E2-06B8-96C21BC56BF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76411" y="843169"/>
            <a:ext cx="7639177" cy="575911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7940384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Формы авторизации и регистрации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A8BAC17F-399E-48AB-AF9E-0D68112513EE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17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="" xmlns:a16="http://schemas.microsoft.com/office/drawing/2014/main" id="{AD6D0C60-E1CB-4437-856B-8710D4D4180D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25CED48B-0D40-A215-4F9C-9EFF68D57B8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01494" y="1032842"/>
            <a:ext cx="5669631" cy="212395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4837D864-61B8-7A77-4AE0-1B7CEAC21AE5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01494" y="3733798"/>
            <a:ext cx="5669631" cy="25906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Главная страница авторизированного пользователя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A85CF9CC-0D38-41A1-9A64-1515043CDF70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18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CCB464C6-B781-47B3-94FE-F46744F6601D}"/>
              </a:ext>
            </a:extLst>
          </p:cNvPr>
          <p:cNvSpPr/>
          <p:nvPr/>
        </p:nvSpPr>
        <p:spPr>
          <a:xfrm>
            <a:off x="274320" y="6416805"/>
            <a:ext cx="106984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75F88B6B-F97B-16BC-78E9-8A8C40E861A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21314" y="889037"/>
            <a:ext cx="7957731" cy="571243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97217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2351160" y="255715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Экранная форма статистики пользователя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A85CF9CC-0D38-41A1-9A64-1515043CDF70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19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E6113FA0-241D-41EA-A5A5-3CE67F11E703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9172F6CA-49F1-4B73-3EBE-F7FAA5CBB46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99312" y="941686"/>
            <a:ext cx="7393375" cy="556495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86767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2218680" y="251177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Программные средства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38970822-C258-4297-BE2D-F1E9F5EC2719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20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886119" y="1378341"/>
            <a:ext cx="10692201" cy="23068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В процессе разработки системы были использованы данные программные средства</a:t>
            </a: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: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2360">
              <a:buClr>
                <a:srgbClr val="000000"/>
              </a:buClr>
              <a:buFont typeface="StarSymbol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TypeScript, C#</a:t>
            </a: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;</a:t>
            </a:r>
          </a:p>
          <a:p>
            <a:pPr marL="343080" indent="-342360">
              <a:buClr>
                <a:srgbClr val="000000"/>
              </a:buClr>
              <a:buFont typeface="StarSymbol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Фреймворки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Angular, ASP.NET</a:t>
            </a: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3080" indent="-342360">
              <a:buClr>
                <a:srgbClr val="000000"/>
              </a:buClr>
              <a:buFont typeface="StarSymbol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Среды разработки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WebStorm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Rider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3080" indent="-342360">
              <a:buClr>
                <a:srgbClr val="000000"/>
              </a:buClr>
              <a:buFont typeface="StarSymbol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PostgreSQL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D6DB801B-638A-4828-9551-ED1D100CF444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723017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2218680" y="251177"/>
            <a:ext cx="789804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Результаты работы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11109960" y="6324480"/>
            <a:ext cx="468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38970822-C258-4297-BE2D-F1E9F5EC2719}" type="slidenum">
              <a:rPr lang="ru-RU" sz="1800" b="0" strike="noStrike" spc="-1">
                <a:solidFill>
                  <a:srgbClr val="FFFFFF"/>
                </a:solidFill>
                <a:latin typeface="Elektra Medium Pro"/>
                <a:ea typeface="DejaVu Sans"/>
              </a:rPr>
              <a:pPr algn="ctr">
                <a:lnSpc>
                  <a:spcPct val="100000"/>
                </a:lnSpc>
              </a:pPr>
              <a:t>21</a:t>
            </a:fld>
            <a:endParaRPr lang="ru-RU" sz="1800" b="0" strike="noStrike" spc="-1" dirty="0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886119" y="1378341"/>
            <a:ext cx="10692201" cy="26762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В результате написания выпускной квалификационной работы были выполнены следующие задачи:</a:t>
            </a:r>
            <a:endParaRPr lang="ru-RU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236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П</a:t>
            </a: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роанализирована и описана предметная область;</a:t>
            </a:r>
          </a:p>
          <a:p>
            <a:pPr marL="343080" indent="-34236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И</a:t>
            </a:r>
            <a:r>
              <a:rPr lang="ru-RU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зучены системы-аналоги;</a:t>
            </a:r>
          </a:p>
          <a:p>
            <a:pPr marL="343080" indent="-34236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система;</a:t>
            </a:r>
          </a:p>
          <a:p>
            <a:pPr marL="343080" indent="-34236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Разработан интерфейс пользователя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;</a:t>
            </a:r>
            <a:endParaRPr lang="ru-RU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236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и протестировано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-приложения для обучения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SQL.</a:t>
            </a:r>
            <a:endParaRPr lang="ru-RU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D6DB801B-638A-4828-9551-ED1D100CF444}"/>
              </a:ext>
            </a:extLst>
          </p:cNvPr>
          <p:cNvSpPr/>
          <p:nvPr/>
        </p:nvSpPr>
        <p:spPr>
          <a:xfrm>
            <a:off x="274320" y="6324480"/>
            <a:ext cx="10698480" cy="461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10053499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Main theme">
    <a:majorFont>
      <a:latin typeface="Times New Roman"/>
      <a:ea typeface=""/>
      <a:cs typeface=""/>
    </a:majorFont>
    <a:minorFont>
      <a:latin typeface="Times New Roman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6208</TotalTime>
  <Words>1330</Words>
  <Application>Microsoft Office PowerPoint</Application>
  <PresentationFormat>Произвольный</PresentationFormat>
  <Paragraphs>174</Paragraphs>
  <Slides>21</Slides>
  <Notes>21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21</vt:i4>
      </vt:variant>
    </vt:vector>
  </HeadingPairs>
  <TitlesOfParts>
    <vt:vector size="23" baseType="lpstr">
      <vt:lpstr>Office Theme</vt:lpstr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Илья</cp:lastModifiedBy>
  <cp:revision>215</cp:revision>
  <dcterms:created xsi:type="dcterms:W3CDTF">2016-03-09T10:31:39Z</dcterms:created>
  <dcterms:modified xsi:type="dcterms:W3CDTF">2024-07-07T13:14:29Z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Широкоэкранный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13</vt:i4>
  </property>
</Properties>
</file>